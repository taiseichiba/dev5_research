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2" r:id="rId4"/>
  </p:sldMasterIdLst>
  <p:notesMasterIdLst>
    <p:notesMasterId r:id="rId26"/>
  </p:notesMasterIdLst>
  <p:sldIdLst>
    <p:sldId id="257" r:id="rId5"/>
    <p:sldId id="258" r:id="rId6"/>
    <p:sldId id="259" r:id="rId7"/>
    <p:sldId id="260" r:id="rId8"/>
    <p:sldId id="262" r:id="rId9"/>
    <p:sldId id="265" r:id="rId10"/>
    <p:sldId id="273" r:id="rId11"/>
    <p:sldId id="277" r:id="rId12"/>
    <p:sldId id="266" r:id="rId13"/>
    <p:sldId id="274" r:id="rId14"/>
    <p:sldId id="278" r:id="rId15"/>
    <p:sldId id="267" r:id="rId16"/>
    <p:sldId id="268" r:id="rId17"/>
    <p:sldId id="279" r:id="rId18"/>
    <p:sldId id="269" r:id="rId19"/>
    <p:sldId id="280" r:id="rId20"/>
    <p:sldId id="281" r:id="rId21"/>
    <p:sldId id="282" r:id="rId22"/>
    <p:sldId id="271" r:id="rId23"/>
    <p:sldId id="287" r:id="rId24"/>
    <p:sldId id="288" r:id="rId2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イントロダクション" id="{2189737E-C55A-4ADB-A5E5-9E362AC1049C}">
          <p14:sldIdLst>
            <p14:sldId id="257"/>
            <p14:sldId id="258"/>
            <p14:sldId id="259"/>
            <p14:sldId id="260"/>
            <p14:sldId id="262"/>
            <p14:sldId id="265"/>
          </p14:sldIdLst>
        </p14:section>
        <p14:section name="実施結果" id="{7D288A83-3573-4510-99D8-05D6C178AFA1}">
          <p14:sldIdLst>
            <p14:sldId id="273"/>
            <p14:sldId id="277"/>
            <p14:sldId id="266"/>
            <p14:sldId id="274"/>
            <p14:sldId id="278"/>
            <p14:sldId id="267"/>
            <p14:sldId id="268"/>
            <p14:sldId id="279"/>
          </p14:sldIdLst>
        </p14:section>
        <p14:section name="Copilotエージェント作成時のプロンプト/工夫した点" id="{949F79CD-04C1-4B23-A307-61DACCB154CF}">
          <p14:sldIdLst>
            <p14:sldId id="269"/>
            <p14:sldId id="280"/>
            <p14:sldId id="281"/>
            <p14:sldId id="282"/>
          </p14:sldIdLst>
        </p14:section>
        <p14:section name="結論" id="{5E579EA1-21CA-490C-9050-2976E3E61A78}">
          <p14:sldIdLst>
            <p14:sldId id="271"/>
            <p14:sldId id="287"/>
            <p14:sldId id="288"/>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D3334B-7394-4DC8-AA8C-34F10EF8D6B4}" v="596" dt="2026-02-11T12:10:48.0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09" autoAdjust="0"/>
    <p:restoredTop sz="94660"/>
  </p:normalViewPr>
  <p:slideViewPr>
    <p:cSldViewPr snapToGrid="0">
      <p:cViewPr varScale="1">
        <p:scale>
          <a:sx n="51" d="100"/>
          <a:sy n="51" d="100"/>
        </p:scale>
        <p:origin x="1320"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千葉 泰誠" userId="5664d1c8-46f1-4a27-8a9f-d38b3766c677" providerId="ADAL" clId="{1563D71F-C66F-44C5-B662-DDC8CB21FE19}"/>
    <pc:docChg chg="undo redo custSel addSld delSld modSld sldOrd addSection modSection">
      <pc:chgData name="千葉 泰誠" userId="5664d1c8-46f1-4a27-8a9f-d38b3766c677" providerId="ADAL" clId="{1563D71F-C66F-44C5-B662-DDC8CB21FE19}" dt="2026-02-11T12:11:02.710" v="5374" actId="47"/>
      <pc:docMkLst>
        <pc:docMk/>
      </pc:docMkLst>
      <pc:sldChg chg="modSp mod">
        <pc:chgData name="千葉 泰誠" userId="5664d1c8-46f1-4a27-8a9f-d38b3766c677" providerId="ADAL" clId="{1563D71F-C66F-44C5-B662-DDC8CB21FE19}" dt="2026-02-11T10:23:17.389" v="1092" actId="255"/>
        <pc:sldMkLst>
          <pc:docMk/>
          <pc:sldMk cId="2854269966" sldId="258"/>
        </pc:sldMkLst>
        <pc:spChg chg="mod">
          <ac:chgData name="千葉 泰誠" userId="5664d1c8-46f1-4a27-8a9f-d38b3766c677" providerId="ADAL" clId="{1563D71F-C66F-44C5-B662-DDC8CB21FE19}" dt="2026-02-11T10:23:17.389" v="1092" actId="255"/>
          <ac:spMkLst>
            <pc:docMk/>
            <pc:sldMk cId="2854269966" sldId="258"/>
            <ac:spMk id="2" creationId="{48F39A2F-D193-E2E9-3870-778DB5382D39}"/>
          </ac:spMkLst>
        </pc:spChg>
        <pc:spChg chg="mod">
          <ac:chgData name="千葉 泰誠" userId="5664d1c8-46f1-4a27-8a9f-d38b3766c677" providerId="ADAL" clId="{1563D71F-C66F-44C5-B662-DDC8CB21FE19}" dt="2026-02-11T10:23:03.393" v="1091" actId="255"/>
          <ac:spMkLst>
            <pc:docMk/>
            <pc:sldMk cId="2854269966" sldId="258"/>
            <ac:spMk id="3" creationId="{97FE9CC0-6DCD-EF13-2C92-0D8DAA69855B}"/>
          </ac:spMkLst>
        </pc:spChg>
      </pc:sldChg>
      <pc:sldChg chg="addSp delSp modSp mod">
        <pc:chgData name="千葉 泰誠" userId="5664d1c8-46f1-4a27-8a9f-d38b3766c677" providerId="ADAL" clId="{1563D71F-C66F-44C5-B662-DDC8CB21FE19}" dt="2026-02-11T11:57:04.045" v="3756" actId="20577"/>
        <pc:sldMkLst>
          <pc:docMk/>
          <pc:sldMk cId="3513391432" sldId="259"/>
        </pc:sldMkLst>
        <pc:spChg chg="mod">
          <ac:chgData name="千葉 泰誠" userId="5664d1c8-46f1-4a27-8a9f-d38b3766c677" providerId="ADAL" clId="{1563D71F-C66F-44C5-B662-DDC8CB21FE19}" dt="2026-02-11T10:23:22.426" v="1093" actId="255"/>
          <ac:spMkLst>
            <pc:docMk/>
            <pc:sldMk cId="3513391432" sldId="259"/>
            <ac:spMk id="2" creationId="{DC0494C3-F547-F7DC-50C2-4BCC074EC052}"/>
          </ac:spMkLst>
        </pc:spChg>
        <pc:spChg chg="add del mod">
          <ac:chgData name="千葉 泰誠" userId="5664d1c8-46f1-4a27-8a9f-d38b3766c677" providerId="ADAL" clId="{1563D71F-C66F-44C5-B662-DDC8CB21FE19}" dt="2026-02-11T11:57:04.045" v="3756" actId="20577"/>
          <ac:spMkLst>
            <pc:docMk/>
            <pc:sldMk cId="3513391432" sldId="259"/>
            <ac:spMk id="3" creationId="{C289F92C-5401-949B-B7BA-DF9FDDE0175F}"/>
          </ac:spMkLst>
        </pc:spChg>
      </pc:sldChg>
      <pc:sldChg chg="modSp mod">
        <pc:chgData name="千葉 泰誠" userId="5664d1c8-46f1-4a27-8a9f-d38b3766c677" providerId="ADAL" clId="{1563D71F-C66F-44C5-B662-DDC8CB21FE19}" dt="2026-02-11T11:57:42.818" v="3838"/>
        <pc:sldMkLst>
          <pc:docMk/>
          <pc:sldMk cId="2754974067" sldId="260"/>
        </pc:sldMkLst>
        <pc:spChg chg="mod">
          <ac:chgData name="千葉 泰誠" userId="5664d1c8-46f1-4a27-8a9f-d38b3766c677" providerId="ADAL" clId="{1563D71F-C66F-44C5-B662-DDC8CB21FE19}" dt="2026-02-11T10:25:07.873" v="1199" actId="255"/>
          <ac:spMkLst>
            <pc:docMk/>
            <pc:sldMk cId="2754974067" sldId="260"/>
            <ac:spMk id="2" creationId="{2BB66B97-9E2A-040D-87F4-54A38FFBAB49}"/>
          </ac:spMkLst>
        </pc:spChg>
        <pc:spChg chg="mod">
          <ac:chgData name="千葉 泰誠" userId="5664d1c8-46f1-4a27-8a9f-d38b3766c677" providerId="ADAL" clId="{1563D71F-C66F-44C5-B662-DDC8CB21FE19}" dt="2026-02-11T11:57:42.818" v="3838"/>
          <ac:spMkLst>
            <pc:docMk/>
            <pc:sldMk cId="2754974067" sldId="260"/>
            <ac:spMk id="3" creationId="{46508AFF-C9F2-D07E-58C9-B0069DD493F8}"/>
          </ac:spMkLst>
        </pc:spChg>
      </pc:sldChg>
      <pc:sldChg chg="modSp mod">
        <pc:chgData name="千葉 泰誠" userId="5664d1c8-46f1-4a27-8a9f-d38b3766c677" providerId="ADAL" clId="{1563D71F-C66F-44C5-B662-DDC8CB21FE19}" dt="2026-02-11T10:30:07.631" v="1442"/>
        <pc:sldMkLst>
          <pc:docMk/>
          <pc:sldMk cId="3114701359" sldId="262"/>
        </pc:sldMkLst>
        <pc:spChg chg="mod">
          <ac:chgData name="千葉 泰誠" userId="5664d1c8-46f1-4a27-8a9f-d38b3766c677" providerId="ADAL" clId="{1563D71F-C66F-44C5-B662-DDC8CB21FE19}" dt="2026-02-11T10:26:24.955" v="1211" actId="20577"/>
          <ac:spMkLst>
            <pc:docMk/>
            <pc:sldMk cId="3114701359" sldId="262"/>
            <ac:spMk id="2" creationId="{61BBEC28-465F-6E1D-8344-FD53852A9E57}"/>
          </ac:spMkLst>
        </pc:spChg>
        <pc:spChg chg="mod">
          <ac:chgData name="千葉 泰誠" userId="5664d1c8-46f1-4a27-8a9f-d38b3766c677" providerId="ADAL" clId="{1563D71F-C66F-44C5-B662-DDC8CB21FE19}" dt="2026-02-11T10:30:07.631" v="1442"/>
          <ac:spMkLst>
            <pc:docMk/>
            <pc:sldMk cId="3114701359" sldId="262"/>
            <ac:spMk id="3" creationId="{33E6CABC-0B5A-5D8B-9282-EDCAACBF7520}"/>
          </ac:spMkLst>
        </pc:spChg>
      </pc:sldChg>
      <pc:sldChg chg="modSp mod">
        <pc:chgData name="千葉 泰誠" userId="5664d1c8-46f1-4a27-8a9f-d38b3766c677" providerId="ADAL" clId="{1563D71F-C66F-44C5-B662-DDC8CB21FE19}" dt="2026-02-11T10:33:21.397" v="1480"/>
        <pc:sldMkLst>
          <pc:docMk/>
          <pc:sldMk cId="404729913" sldId="265"/>
        </pc:sldMkLst>
        <pc:spChg chg="mod">
          <ac:chgData name="千葉 泰誠" userId="5664d1c8-46f1-4a27-8a9f-d38b3766c677" providerId="ADAL" clId="{1563D71F-C66F-44C5-B662-DDC8CB21FE19}" dt="2026-02-11T10:31:25.894" v="1443" actId="255"/>
          <ac:spMkLst>
            <pc:docMk/>
            <pc:sldMk cId="404729913" sldId="265"/>
            <ac:spMk id="2" creationId="{67B1CC96-288F-DBC2-C712-F33DE9C02504}"/>
          </ac:spMkLst>
        </pc:spChg>
        <pc:spChg chg="mod">
          <ac:chgData name="千葉 泰誠" userId="5664d1c8-46f1-4a27-8a9f-d38b3766c677" providerId="ADAL" clId="{1563D71F-C66F-44C5-B662-DDC8CB21FE19}" dt="2026-02-11T10:33:21.397" v="1480"/>
          <ac:spMkLst>
            <pc:docMk/>
            <pc:sldMk cId="404729913" sldId="265"/>
            <ac:spMk id="3" creationId="{EDF80EE2-1864-A792-0384-15F9BF0E486B}"/>
          </ac:spMkLst>
        </pc:spChg>
      </pc:sldChg>
      <pc:sldChg chg="addSp modSp mod">
        <pc:chgData name="千葉 泰誠" userId="5664d1c8-46f1-4a27-8a9f-d38b3766c677" providerId="ADAL" clId="{1563D71F-C66F-44C5-B662-DDC8CB21FE19}" dt="2026-02-11T10:44:02.508" v="1680" actId="1076"/>
        <pc:sldMkLst>
          <pc:docMk/>
          <pc:sldMk cId="1311174469" sldId="266"/>
        </pc:sldMkLst>
        <pc:spChg chg="mod">
          <ac:chgData name="千葉 泰誠" userId="5664d1c8-46f1-4a27-8a9f-d38b3766c677" providerId="ADAL" clId="{1563D71F-C66F-44C5-B662-DDC8CB21FE19}" dt="2026-02-11T10:34:57.004" v="1537" actId="255"/>
          <ac:spMkLst>
            <pc:docMk/>
            <pc:sldMk cId="1311174469" sldId="266"/>
            <ac:spMk id="2" creationId="{43F30F90-B934-9B25-CDA9-96B5CB26C15F}"/>
          </ac:spMkLst>
        </pc:spChg>
        <pc:spChg chg="mod">
          <ac:chgData name="千葉 泰誠" userId="5664d1c8-46f1-4a27-8a9f-d38b3766c677" providerId="ADAL" clId="{1563D71F-C66F-44C5-B662-DDC8CB21FE19}" dt="2026-02-11T10:42:28.409" v="1627" actId="20577"/>
          <ac:spMkLst>
            <pc:docMk/>
            <pc:sldMk cId="1311174469" sldId="266"/>
            <ac:spMk id="3" creationId="{9935E9E1-6666-66D4-D924-C3D77AD5FF49}"/>
          </ac:spMkLst>
        </pc:spChg>
        <pc:spChg chg="add mod">
          <ac:chgData name="千葉 泰誠" userId="5664d1c8-46f1-4a27-8a9f-d38b3766c677" providerId="ADAL" clId="{1563D71F-C66F-44C5-B662-DDC8CB21FE19}" dt="2026-02-11T10:43:20.551" v="1643" actId="692"/>
          <ac:spMkLst>
            <pc:docMk/>
            <pc:sldMk cId="1311174469" sldId="266"/>
            <ac:spMk id="6" creationId="{5F2BE3F4-C161-58F7-F1A0-723C07DCF764}"/>
          </ac:spMkLst>
        </pc:spChg>
        <pc:spChg chg="add mod">
          <ac:chgData name="千葉 泰誠" userId="5664d1c8-46f1-4a27-8a9f-d38b3766c677" providerId="ADAL" clId="{1563D71F-C66F-44C5-B662-DDC8CB21FE19}" dt="2026-02-11T10:44:02.508" v="1680" actId="1076"/>
          <ac:spMkLst>
            <pc:docMk/>
            <pc:sldMk cId="1311174469" sldId="266"/>
            <ac:spMk id="7" creationId="{59E9FE76-D7F6-0127-9FDA-2887764BD8BD}"/>
          </ac:spMkLst>
        </pc:spChg>
        <pc:picChg chg="add mod">
          <ac:chgData name="千葉 泰誠" userId="5664d1c8-46f1-4a27-8a9f-d38b3766c677" providerId="ADAL" clId="{1563D71F-C66F-44C5-B662-DDC8CB21FE19}" dt="2026-02-11T10:42:52.558" v="1634" actId="1076"/>
          <ac:picMkLst>
            <pc:docMk/>
            <pc:sldMk cId="1311174469" sldId="266"/>
            <ac:picMk id="5" creationId="{A5D729A4-0AEA-C321-8864-6B115CD9C9A6}"/>
          </ac:picMkLst>
        </pc:picChg>
      </pc:sldChg>
      <pc:sldChg chg="modSp mod">
        <pc:chgData name="千葉 泰誠" userId="5664d1c8-46f1-4a27-8a9f-d38b3766c677" providerId="ADAL" clId="{1563D71F-C66F-44C5-B662-DDC8CB21FE19}" dt="2026-02-11T11:07:10.766" v="3016" actId="20577"/>
        <pc:sldMkLst>
          <pc:docMk/>
          <pc:sldMk cId="2642750973" sldId="267"/>
        </pc:sldMkLst>
        <pc:spChg chg="mod">
          <ac:chgData name="千葉 泰誠" userId="5664d1c8-46f1-4a27-8a9f-d38b3766c677" providerId="ADAL" clId="{1563D71F-C66F-44C5-B662-DDC8CB21FE19}" dt="2026-02-11T11:03:38.023" v="2709"/>
          <ac:spMkLst>
            <pc:docMk/>
            <pc:sldMk cId="2642750973" sldId="267"/>
            <ac:spMk id="2" creationId="{5A062928-69E4-7030-0F54-6AB54809298F}"/>
          </ac:spMkLst>
        </pc:spChg>
        <pc:spChg chg="mod">
          <ac:chgData name="千葉 泰誠" userId="5664d1c8-46f1-4a27-8a9f-d38b3766c677" providerId="ADAL" clId="{1563D71F-C66F-44C5-B662-DDC8CB21FE19}" dt="2026-02-11T11:07:10.766" v="3016" actId="20577"/>
          <ac:spMkLst>
            <pc:docMk/>
            <pc:sldMk cId="2642750973" sldId="267"/>
            <ac:spMk id="3" creationId="{5AF8F94E-980A-B1C2-A14D-7AFBB9A5D5E5}"/>
          </ac:spMkLst>
        </pc:spChg>
      </pc:sldChg>
      <pc:sldChg chg="modSp mod">
        <pc:chgData name="千葉 泰誠" userId="5664d1c8-46f1-4a27-8a9f-d38b3766c677" providerId="ADAL" clId="{1563D71F-C66F-44C5-B662-DDC8CB21FE19}" dt="2026-02-11T11:12:46.710" v="3026" actId="20577"/>
        <pc:sldMkLst>
          <pc:docMk/>
          <pc:sldMk cId="2977615685" sldId="268"/>
        </pc:sldMkLst>
        <pc:spChg chg="mod">
          <ac:chgData name="千葉 泰誠" userId="5664d1c8-46f1-4a27-8a9f-d38b3766c677" providerId="ADAL" clId="{1563D71F-C66F-44C5-B662-DDC8CB21FE19}" dt="2026-02-11T11:11:57.357" v="3020" actId="255"/>
          <ac:spMkLst>
            <pc:docMk/>
            <pc:sldMk cId="2977615685" sldId="268"/>
            <ac:spMk id="2" creationId="{89703C55-115D-0E53-0782-B2A0A7794400}"/>
          </ac:spMkLst>
        </pc:spChg>
        <pc:spChg chg="mod">
          <ac:chgData name="千葉 泰誠" userId="5664d1c8-46f1-4a27-8a9f-d38b3766c677" providerId="ADAL" clId="{1563D71F-C66F-44C5-B662-DDC8CB21FE19}" dt="2026-02-11T11:12:46.710" v="3026" actId="20577"/>
          <ac:spMkLst>
            <pc:docMk/>
            <pc:sldMk cId="2977615685" sldId="268"/>
            <ac:spMk id="3" creationId="{55421121-90F9-DBC3-C348-3E9D04459C23}"/>
          </ac:spMkLst>
        </pc:spChg>
      </pc:sldChg>
      <pc:sldChg chg="addSp modSp mod">
        <pc:chgData name="千葉 泰誠" userId="5664d1c8-46f1-4a27-8a9f-d38b3766c677" providerId="ADAL" clId="{1563D71F-C66F-44C5-B662-DDC8CB21FE19}" dt="2026-02-11T11:30:25.546" v="3146" actId="255"/>
        <pc:sldMkLst>
          <pc:docMk/>
          <pc:sldMk cId="1999530470" sldId="269"/>
        </pc:sldMkLst>
        <pc:spChg chg="mod">
          <ac:chgData name="千葉 泰誠" userId="5664d1c8-46f1-4a27-8a9f-d38b3766c677" providerId="ADAL" clId="{1563D71F-C66F-44C5-B662-DDC8CB21FE19}" dt="2026-02-11T11:27:04.621" v="3086" actId="20577"/>
          <ac:spMkLst>
            <pc:docMk/>
            <pc:sldMk cId="1999530470" sldId="269"/>
            <ac:spMk id="2" creationId="{CF787A6A-05EB-F449-FACF-5475848C7930}"/>
          </ac:spMkLst>
        </pc:spChg>
        <pc:spChg chg="mod">
          <ac:chgData name="千葉 泰誠" userId="5664d1c8-46f1-4a27-8a9f-d38b3766c677" providerId="ADAL" clId="{1563D71F-C66F-44C5-B662-DDC8CB21FE19}" dt="2026-02-11T11:30:25.546" v="3146" actId="255"/>
          <ac:spMkLst>
            <pc:docMk/>
            <pc:sldMk cId="1999530470" sldId="269"/>
            <ac:spMk id="3" creationId="{61F5BEB3-7AE9-47F6-80AA-9E37E628048C}"/>
          </ac:spMkLst>
        </pc:spChg>
        <pc:spChg chg="add">
          <ac:chgData name="千葉 泰誠" userId="5664d1c8-46f1-4a27-8a9f-d38b3766c677" providerId="ADAL" clId="{1563D71F-C66F-44C5-B662-DDC8CB21FE19}" dt="2026-02-11T11:26:40.668" v="3070"/>
          <ac:spMkLst>
            <pc:docMk/>
            <pc:sldMk cId="1999530470" sldId="269"/>
            <ac:spMk id="4" creationId="{85933500-25A0-22DB-C155-AE287BBFE874}"/>
          </ac:spMkLst>
        </pc:spChg>
        <pc:spChg chg="add">
          <ac:chgData name="千葉 泰誠" userId="5664d1c8-46f1-4a27-8a9f-d38b3766c677" providerId="ADAL" clId="{1563D71F-C66F-44C5-B662-DDC8CB21FE19}" dt="2026-02-11T11:26:43.343" v="3071"/>
          <ac:spMkLst>
            <pc:docMk/>
            <pc:sldMk cId="1999530470" sldId="269"/>
            <ac:spMk id="5" creationId="{7FCB558F-F365-7351-8798-99A27B4C9F4B}"/>
          </ac:spMkLst>
        </pc:spChg>
      </pc:sldChg>
      <pc:sldChg chg="del">
        <pc:chgData name="千葉 泰誠" userId="5664d1c8-46f1-4a27-8a9f-d38b3766c677" providerId="ADAL" clId="{1563D71F-C66F-44C5-B662-DDC8CB21FE19}" dt="2026-02-11T11:50:54.350" v="3468" actId="47"/>
        <pc:sldMkLst>
          <pc:docMk/>
          <pc:sldMk cId="1472809438" sldId="270"/>
        </pc:sldMkLst>
      </pc:sldChg>
      <pc:sldChg chg="modSp mod">
        <pc:chgData name="千葉 泰誠" userId="5664d1c8-46f1-4a27-8a9f-d38b3766c677" providerId="ADAL" clId="{1563D71F-C66F-44C5-B662-DDC8CB21FE19}" dt="2026-02-11T12:05:35.169" v="4609"/>
        <pc:sldMkLst>
          <pc:docMk/>
          <pc:sldMk cId="1189477297" sldId="271"/>
        </pc:sldMkLst>
        <pc:spChg chg="mod">
          <ac:chgData name="千葉 泰誠" userId="5664d1c8-46f1-4a27-8a9f-d38b3766c677" providerId="ADAL" clId="{1563D71F-C66F-44C5-B662-DDC8CB21FE19}" dt="2026-02-11T12:01:14.687" v="3840" actId="20577"/>
          <ac:spMkLst>
            <pc:docMk/>
            <pc:sldMk cId="1189477297" sldId="271"/>
            <ac:spMk id="2" creationId="{02E2D844-E11F-2009-BB8C-2E25E953F137}"/>
          </ac:spMkLst>
        </pc:spChg>
        <pc:spChg chg="mod">
          <ac:chgData name="千葉 泰誠" userId="5664d1c8-46f1-4a27-8a9f-d38b3766c677" providerId="ADAL" clId="{1563D71F-C66F-44C5-B662-DDC8CB21FE19}" dt="2026-02-11T12:05:35.169" v="4609"/>
          <ac:spMkLst>
            <pc:docMk/>
            <pc:sldMk cId="1189477297" sldId="271"/>
            <ac:spMk id="3" creationId="{4CF9608F-D44F-7B4A-2CE4-2AF0DAB4C7BB}"/>
          </ac:spMkLst>
        </pc:spChg>
      </pc:sldChg>
      <pc:sldChg chg="modSp del mod">
        <pc:chgData name="千葉 泰誠" userId="5664d1c8-46f1-4a27-8a9f-d38b3766c677" providerId="ADAL" clId="{1563D71F-C66F-44C5-B662-DDC8CB21FE19}" dt="2026-02-11T12:10:55.798" v="5373" actId="47"/>
        <pc:sldMkLst>
          <pc:docMk/>
          <pc:sldMk cId="3036968066" sldId="272"/>
        </pc:sldMkLst>
        <pc:spChg chg="mod">
          <ac:chgData name="千葉 泰誠" userId="5664d1c8-46f1-4a27-8a9f-d38b3766c677" providerId="ADAL" clId="{1563D71F-C66F-44C5-B662-DDC8CB21FE19}" dt="2026-02-11T12:00:56.485" v="3839" actId="20577"/>
          <ac:spMkLst>
            <pc:docMk/>
            <pc:sldMk cId="3036968066" sldId="272"/>
            <ac:spMk id="2" creationId="{8EF64EEC-F06E-0643-B8AC-5C5639D2DA62}"/>
          </ac:spMkLst>
        </pc:spChg>
      </pc:sldChg>
      <pc:sldChg chg="modSp new mod">
        <pc:chgData name="千葉 泰誠" userId="5664d1c8-46f1-4a27-8a9f-d38b3766c677" providerId="ADAL" clId="{1563D71F-C66F-44C5-B662-DDC8CB21FE19}" dt="2026-02-11T10:34:29.834" v="1536"/>
        <pc:sldMkLst>
          <pc:docMk/>
          <pc:sldMk cId="130206350" sldId="273"/>
        </pc:sldMkLst>
        <pc:spChg chg="mod">
          <ac:chgData name="千葉 泰誠" userId="5664d1c8-46f1-4a27-8a9f-d38b3766c677" providerId="ADAL" clId="{1563D71F-C66F-44C5-B662-DDC8CB21FE19}" dt="2026-02-11T10:33:45.879" v="1481" actId="255"/>
          <ac:spMkLst>
            <pc:docMk/>
            <pc:sldMk cId="130206350" sldId="273"/>
            <ac:spMk id="2" creationId="{435DBBAA-1353-ED3E-C5C7-C611870D4550}"/>
          </ac:spMkLst>
        </pc:spChg>
        <pc:spChg chg="mod">
          <ac:chgData name="千葉 泰誠" userId="5664d1c8-46f1-4a27-8a9f-d38b3766c677" providerId="ADAL" clId="{1563D71F-C66F-44C5-B662-DDC8CB21FE19}" dt="2026-02-11T10:34:29.834" v="1536"/>
          <ac:spMkLst>
            <pc:docMk/>
            <pc:sldMk cId="130206350" sldId="273"/>
            <ac:spMk id="3" creationId="{0E1F3C16-007A-E71A-C5C6-9C1C149135B6}"/>
          </ac:spMkLst>
        </pc:spChg>
      </pc:sldChg>
      <pc:sldChg chg="addSp delSp modSp new mod">
        <pc:chgData name="千葉 泰誠" userId="5664d1c8-46f1-4a27-8a9f-d38b3766c677" providerId="ADAL" clId="{1563D71F-C66F-44C5-B662-DDC8CB21FE19}" dt="2026-02-11T10:59:07.451" v="2351" actId="5793"/>
        <pc:sldMkLst>
          <pc:docMk/>
          <pc:sldMk cId="2774859834" sldId="274"/>
        </pc:sldMkLst>
        <pc:spChg chg="mod">
          <ac:chgData name="千葉 泰誠" userId="5664d1c8-46f1-4a27-8a9f-d38b3766c677" providerId="ADAL" clId="{1563D71F-C66F-44C5-B662-DDC8CB21FE19}" dt="2026-02-11T10:44:26.777" v="1681" actId="255"/>
          <ac:spMkLst>
            <pc:docMk/>
            <pc:sldMk cId="2774859834" sldId="274"/>
            <ac:spMk id="2" creationId="{EA4ABC65-D72E-61C1-91CD-9DF57C4A907D}"/>
          </ac:spMkLst>
        </pc:spChg>
        <pc:spChg chg="mod">
          <ac:chgData name="千葉 泰誠" userId="5664d1c8-46f1-4a27-8a9f-d38b3766c677" providerId="ADAL" clId="{1563D71F-C66F-44C5-B662-DDC8CB21FE19}" dt="2026-02-11T10:59:07.451" v="2351" actId="5793"/>
          <ac:spMkLst>
            <pc:docMk/>
            <pc:sldMk cId="2774859834" sldId="274"/>
            <ac:spMk id="3" creationId="{56C8C09F-E204-530B-2489-568CB6507A0D}"/>
          </ac:spMkLst>
        </pc:spChg>
        <pc:picChg chg="add del mod">
          <ac:chgData name="千葉 泰誠" userId="5664d1c8-46f1-4a27-8a9f-d38b3766c677" providerId="ADAL" clId="{1563D71F-C66F-44C5-B662-DDC8CB21FE19}" dt="2026-02-11T10:53:04.155" v="1695" actId="478"/>
          <ac:picMkLst>
            <pc:docMk/>
            <pc:sldMk cId="2774859834" sldId="274"/>
            <ac:picMk id="9" creationId="{15357B50-846E-06ED-2EB3-9A467241BEE3}"/>
          </ac:picMkLst>
        </pc:picChg>
      </pc:sldChg>
      <pc:sldChg chg="addSp delSp modSp new del mod">
        <pc:chgData name="千葉 泰誠" userId="5664d1c8-46f1-4a27-8a9f-d38b3766c677" providerId="ADAL" clId="{1563D71F-C66F-44C5-B662-DDC8CB21FE19}" dt="2026-02-11T11:02:12.612" v="2640" actId="47"/>
        <pc:sldMkLst>
          <pc:docMk/>
          <pc:sldMk cId="971650458" sldId="275"/>
        </pc:sldMkLst>
        <pc:spChg chg="mod">
          <ac:chgData name="千葉 泰誠" userId="5664d1c8-46f1-4a27-8a9f-d38b3766c677" providerId="ADAL" clId="{1563D71F-C66F-44C5-B662-DDC8CB21FE19}" dt="2026-02-11T10:44:55.920" v="1685" actId="255"/>
          <ac:spMkLst>
            <pc:docMk/>
            <pc:sldMk cId="971650458" sldId="275"/>
            <ac:spMk id="2" creationId="{2B379FA3-0BB5-00AD-0067-75D300201666}"/>
          </ac:spMkLst>
        </pc:spChg>
        <pc:spChg chg="add del mod">
          <ac:chgData name="千葉 泰誠" userId="5664d1c8-46f1-4a27-8a9f-d38b3766c677" providerId="ADAL" clId="{1563D71F-C66F-44C5-B662-DDC8CB21FE19}" dt="2026-02-11T10:47:13.387" v="1688"/>
          <ac:spMkLst>
            <pc:docMk/>
            <pc:sldMk cId="971650458" sldId="275"/>
            <ac:spMk id="7" creationId="{26090CE9-7D08-5E7C-45F0-1C3C499973F9}"/>
          </ac:spMkLst>
        </pc:spChg>
        <pc:spChg chg="add mod">
          <ac:chgData name="千葉 泰誠" userId="5664d1c8-46f1-4a27-8a9f-d38b3766c677" providerId="ADAL" clId="{1563D71F-C66F-44C5-B662-DDC8CB21FE19}" dt="2026-02-11T10:52:45.629" v="1693" actId="478"/>
          <ac:spMkLst>
            <pc:docMk/>
            <pc:sldMk cId="971650458" sldId="275"/>
            <ac:spMk id="10" creationId="{69D6E9DC-626D-8062-11B0-9B8ECF870EF6}"/>
          </ac:spMkLst>
        </pc:spChg>
        <pc:picChg chg="add del mod modCrop">
          <ac:chgData name="千葉 泰誠" userId="5664d1c8-46f1-4a27-8a9f-d38b3766c677" providerId="ADAL" clId="{1563D71F-C66F-44C5-B662-DDC8CB21FE19}" dt="2026-02-11T10:52:46.345" v="1694" actId="478"/>
          <ac:picMkLst>
            <pc:docMk/>
            <pc:sldMk cId="971650458" sldId="275"/>
            <ac:picMk id="9" creationId="{FC03B578-C7D0-DA97-B921-DA019CC4857C}"/>
          </ac:picMkLst>
        </pc:picChg>
        <pc:picChg chg="add del mod">
          <ac:chgData name="千葉 泰誠" userId="5664d1c8-46f1-4a27-8a9f-d38b3766c677" providerId="ADAL" clId="{1563D71F-C66F-44C5-B662-DDC8CB21FE19}" dt="2026-02-11T10:52:45.629" v="1693" actId="478"/>
          <ac:picMkLst>
            <pc:docMk/>
            <pc:sldMk cId="971650458" sldId="275"/>
            <ac:picMk id="2050" creationId="{BEBE50BC-8FB3-7947-42B2-778043F89FAD}"/>
          </ac:picMkLst>
        </pc:picChg>
      </pc:sldChg>
      <pc:sldChg chg="modSp new del mod">
        <pc:chgData name="千葉 泰誠" userId="5664d1c8-46f1-4a27-8a9f-d38b3766c677" providerId="ADAL" clId="{1563D71F-C66F-44C5-B662-DDC8CB21FE19}" dt="2026-02-11T10:40:50.603" v="1626" actId="47"/>
        <pc:sldMkLst>
          <pc:docMk/>
          <pc:sldMk cId="453088036" sldId="276"/>
        </pc:sldMkLst>
        <pc:spChg chg="mod">
          <ac:chgData name="千葉 泰誠" userId="5664d1c8-46f1-4a27-8a9f-d38b3766c677" providerId="ADAL" clId="{1563D71F-C66F-44C5-B662-DDC8CB21FE19}" dt="2026-02-11T10:38:46.295" v="1579" actId="255"/>
          <ac:spMkLst>
            <pc:docMk/>
            <pc:sldMk cId="453088036" sldId="276"/>
            <ac:spMk id="2" creationId="{B0C6C5D0-2BA0-A7B0-8F3D-6EB8E9A08CA4}"/>
          </ac:spMkLst>
        </pc:spChg>
        <pc:spChg chg="mod">
          <ac:chgData name="千葉 泰誠" userId="5664d1c8-46f1-4a27-8a9f-d38b3766c677" providerId="ADAL" clId="{1563D71F-C66F-44C5-B662-DDC8CB21FE19}" dt="2026-02-11T10:38:52.222" v="1581" actId="27636"/>
          <ac:spMkLst>
            <pc:docMk/>
            <pc:sldMk cId="453088036" sldId="276"/>
            <ac:spMk id="3" creationId="{69BD8012-8622-C58A-99EB-E3C3CA29CB07}"/>
          </ac:spMkLst>
        </pc:spChg>
      </pc:sldChg>
      <pc:sldChg chg="delSp modSp new mod">
        <pc:chgData name="千葉 泰誠" userId="5664d1c8-46f1-4a27-8a9f-d38b3766c677" providerId="ADAL" clId="{1563D71F-C66F-44C5-B662-DDC8CB21FE19}" dt="2026-02-11T10:40:45.404" v="1625" actId="255"/>
        <pc:sldMkLst>
          <pc:docMk/>
          <pc:sldMk cId="1301896326" sldId="277"/>
        </pc:sldMkLst>
        <pc:spChg chg="mod">
          <ac:chgData name="千葉 泰誠" userId="5664d1c8-46f1-4a27-8a9f-d38b3766c677" providerId="ADAL" clId="{1563D71F-C66F-44C5-B662-DDC8CB21FE19}" dt="2026-02-11T10:40:45.404" v="1625" actId="255"/>
          <ac:spMkLst>
            <pc:docMk/>
            <pc:sldMk cId="1301896326" sldId="277"/>
            <ac:spMk id="2" creationId="{03C101A8-BD8F-F1E6-B2B0-65484594BAC3}"/>
          </ac:spMkLst>
        </pc:spChg>
        <pc:spChg chg="del">
          <ac:chgData name="千葉 泰誠" userId="5664d1c8-46f1-4a27-8a9f-d38b3766c677" providerId="ADAL" clId="{1563D71F-C66F-44C5-B662-DDC8CB21FE19}" dt="2026-02-11T10:39:08.322" v="1584" actId="478"/>
          <ac:spMkLst>
            <pc:docMk/>
            <pc:sldMk cId="1301896326" sldId="277"/>
            <ac:spMk id="3" creationId="{22D21406-70E6-B24D-A6AB-64EAF5A9ED09}"/>
          </ac:spMkLst>
        </pc:spChg>
        <pc:spChg chg="mod">
          <ac:chgData name="千葉 泰誠" userId="5664d1c8-46f1-4a27-8a9f-d38b3766c677" providerId="ADAL" clId="{1563D71F-C66F-44C5-B662-DDC8CB21FE19}" dt="2026-02-11T10:40:28.183" v="1620" actId="12"/>
          <ac:spMkLst>
            <pc:docMk/>
            <pc:sldMk cId="1301896326" sldId="277"/>
            <ac:spMk id="4" creationId="{6872610E-8658-69C0-BFE1-3303B6190067}"/>
          </ac:spMkLst>
        </pc:spChg>
        <pc:spChg chg="del">
          <ac:chgData name="千葉 泰誠" userId="5664d1c8-46f1-4a27-8a9f-d38b3766c677" providerId="ADAL" clId="{1563D71F-C66F-44C5-B662-DDC8CB21FE19}" dt="2026-02-11T10:39:11.142" v="1585" actId="478"/>
          <ac:spMkLst>
            <pc:docMk/>
            <pc:sldMk cId="1301896326" sldId="277"/>
            <ac:spMk id="5" creationId="{D42FDC26-6FBE-D3E0-4DB8-FFE9A6540191}"/>
          </ac:spMkLst>
        </pc:spChg>
        <pc:spChg chg="mod">
          <ac:chgData name="千葉 泰誠" userId="5664d1c8-46f1-4a27-8a9f-d38b3766c677" providerId="ADAL" clId="{1563D71F-C66F-44C5-B662-DDC8CB21FE19}" dt="2026-02-11T10:40:40.154" v="1624" actId="12"/>
          <ac:spMkLst>
            <pc:docMk/>
            <pc:sldMk cId="1301896326" sldId="277"/>
            <ac:spMk id="6" creationId="{CE7AD3F6-D81A-EC15-B963-0F56E8969B6E}"/>
          </ac:spMkLst>
        </pc:spChg>
      </pc:sldChg>
      <pc:sldChg chg="modSp add mod">
        <pc:chgData name="千葉 泰誠" userId="5664d1c8-46f1-4a27-8a9f-d38b3766c677" providerId="ADAL" clId="{1563D71F-C66F-44C5-B662-DDC8CB21FE19}" dt="2026-02-11T11:02:04.918" v="2639"/>
        <pc:sldMkLst>
          <pc:docMk/>
          <pc:sldMk cId="2726628018" sldId="278"/>
        </pc:sldMkLst>
        <pc:spChg chg="mod">
          <ac:chgData name="千葉 泰誠" userId="5664d1c8-46f1-4a27-8a9f-d38b3766c677" providerId="ADAL" clId="{1563D71F-C66F-44C5-B662-DDC8CB21FE19}" dt="2026-02-11T11:02:04.918" v="2639"/>
          <ac:spMkLst>
            <pc:docMk/>
            <pc:sldMk cId="2726628018" sldId="278"/>
            <ac:spMk id="3" creationId="{F6A3DD01-3075-85AF-1BCC-673CC684F537}"/>
          </ac:spMkLst>
        </pc:spChg>
      </pc:sldChg>
      <pc:sldChg chg="modSp add ord">
        <pc:chgData name="千葉 泰誠" userId="5664d1c8-46f1-4a27-8a9f-d38b3766c677" providerId="ADAL" clId="{1563D71F-C66F-44C5-B662-DDC8CB21FE19}" dt="2026-02-11T11:13:09.329" v="3030"/>
        <pc:sldMkLst>
          <pc:docMk/>
          <pc:sldMk cId="3150846450" sldId="279"/>
        </pc:sldMkLst>
        <pc:spChg chg="mod">
          <ac:chgData name="千葉 泰誠" userId="5664d1c8-46f1-4a27-8a9f-d38b3766c677" providerId="ADAL" clId="{1563D71F-C66F-44C5-B662-DDC8CB21FE19}" dt="2026-02-11T11:13:09.329" v="3030"/>
          <ac:spMkLst>
            <pc:docMk/>
            <pc:sldMk cId="3150846450" sldId="279"/>
            <ac:spMk id="2" creationId="{76039328-36CC-041F-9F8A-63412A3122E1}"/>
          </ac:spMkLst>
        </pc:spChg>
      </pc:sldChg>
      <pc:sldChg chg="addSp delSp modSp new mod">
        <pc:chgData name="千葉 泰誠" userId="5664d1c8-46f1-4a27-8a9f-d38b3766c677" providerId="ADAL" clId="{1563D71F-C66F-44C5-B662-DDC8CB21FE19}" dt="2026-02-11T11:40:52.669" v="3175"/>
        <pc:sldMkLst>
          <pc:docMk/>
          <pc:sldMk cId="3410688924" sldId="280"/>
        </pc:sldMkLst>
        <pc:spChg chg="mod">
          <ac:chgData name="千葉 泰誠" userId="5664d1c8-46f1-4a27-8a9f-d38b3766c677" providerId="ADAL" clId="{1563D71F-C66F-44C5-B662-DDC8CB21FE19}" dt="2026-02-11T11:37:36.228" v="3166"/>
          <ac:spMkLst>
            <pc:docMk/>
            <pc:sldMk cId="3410688924" sldId="280"/>
            <ac:spMk id="2" creationId="{3ECAD53B-ADF4-6264-C903-0EA269A0B706}"/>
          </ac:spMkLst>
        </pc:spChg>
        <pc:spChg chg="add del mod">
          <ac:chgData name="千葉 泰誠" userId="5664d1c8-46f1-4a27-8a9f-d38b3766c677" providerId="ADAL" clId="{1563D71F-C66F-44C5-B662-DDC8CB21FE19}" dt="2026-02-11T11:40:52.669" v="3175"/>
          <ac:spMkLst>
            <pc:docMk/>
            <pc:sldMk cId="3410688924" sldId="280"/>
            <ac:spMk id="3" creationId="{EE233890-5104-9DE2-499F-DAF959B4B8CE}"/>
          </ac:spMkLst>
        </pc:spChg>
        <pc:graphicFrameChg chg="add mod">
          <ac:chgData name="千葉 泰誠" userId="5664d1c8-46f1-4a27-8a9f-d38b3766c677" providerId="ADAL" clId="{1563D71F-C66F-44C5-B662-DDC8CB21FE19}" dt="2026-02-11T11:37:12.083" v="3155"/>
          <ac:graphicFrameMkLst>
            <pc:docMk/>
            <pc:sldMk cId="3410688924" sldId="280"/>
            <ac:graphicFrameMk id="4" creationId="{3EDF6B77-8355-88E7-524E-490E22A03868}"/>
          </ac:graphicFrameMkLst>
        </pc:graphicFrameChg>
        <pc:graphicFrameChg chg="add mod">
          <ac:chgData name="千葉 泰誠" userId="5664d1c8-46f1-4a27-8a9f-d38b3766c677" providerId="ADAL" clId="{1563D71F-C66F-44C5-B662-DDC8CB21FE19}" dt="2026-02-11T11:37:19.830" v="3159"/>
          <ac:graphicFrameMkLst>
            <pc:docMk/>
            <pc:sldMk cId="3410688924" sldId="280"/>
            <ac:graphicFrameMk id="5" creationId="{1EFB92FE-4D1F-FC9D-FB54-8F697A79A86C}"/>
          </ac:graphicFrameMkLst>
        </pc:graphicFrameChg>
        <pc:graphicFrameChg chg="add mod">
          <ac:chgData name="千葉 泰誠" userId="5664d1c8-46f1-4a27-8a9f-d38b3766c677" providerId="ADAL" clId="{1563D71F-C66F-44C5-B662-DDC8CB21FE19}" dt="2026-02-11T11:37:36.212" v="3164"/>
          <ac:graphicFrameMkLst>
            <pc:docMk/>
            <pc:sldMk cId="3410688924" sldId="280"/>
            <ac:graphicFrameMk id="6" creationId="{8D148DFD-8E86-92E8-090B-6152F9EB3DCE}"/>
          </ac:graphicFrameMkLst>
        </pc:graphicFrameChg>
        <pc:graphicFrameChg chg="add mod">
          <ac:chgData name="千葉 泰誠" userId="5664d1c8-46f1-4a27-8a9f-d38b3766c677" providerId="ADAL" clId="{1563D71F-C66F-44C5-B662-DDC8CB21FE19}" dt="2026-02-11T11:38:51.419" v="3168"/>
          <ac:graphicFrameMkLst>
            <pc:docMk/>
            <pc:sldMk cId="3410688924" sldId="280"/>
            <ac:graphicFrameMk id="7" creationId="{5C606E30-CFE5-E800-8638-C2032221D736}"/>
          </ac:graphicFrameMkLst>
        </pc:graphicFrameChg>
      </pc:sldChg>
      <pc:sldChg chg="addSp modSp add mod">
        <pc:chgData name="千葉 泰誠" userId="5664d1c8-46f1-4a27-8a9f-d38b3766c677" providerId="ADAL" clId="{1563D71F-C66F-44C5-B662-DDC8CB21FE19}" dt="2026-02-11T11:45:51.052" v="3386" actId="1076"/>
        <pc:sldMkLst>
          <pc:docMk/>
          <pc:sldMk cId="212100688" sldId="281"/>
        </pc:sldMkLst>
        <pc:spChg chg="mod">
          <ac:chgData name="千葉 泰誠" userId="5664d1c8-46f1-4a27-8a9f-d38b3766c677" providerId="ADAL" clId="{1563D71F-C66F-44C5-B662-DDC8CB21FE19}" dt="2026-02-11T11:41:14.252" v="3179"/>
          <ac:spMkLst>
            <pc:docMk/>
            <pc:sldMk cId="212100688" sldId="281"/>
            <ac:spMk id="2" creationId="{4BD1829E-E2A4-4678-1943-2689601346FC}"/>
          </ac:spMkLst>
        </pc:spChg>
        <pc:spChg chg="mod">
          <ac:chgData name="千葉 泰誠" userId="5664d1c8-46f1-4a27-8a9f-d38b3766c677" providerId="ADAL" clId="{1563D71F-C66F-44C5-B662-DDC8CB21FE19}" dt="2026-02-11T11:45:38.323" v="3382" actId="5793"/>
          <ac:spMkLst>
            <pc:docMk/>
            <pc:sldMk cId="212100688" sldId="281"/>
            <ac:spMk id="3" creationId="{4F160F82-06CB-DCA9-675F-F71523D1E56D}"/>
          </ac:spMkLst>
        </pc:spChg>
        <pc:graphicFrameChg chg="add mod">
          <ac:chgData name="千葉 泰誠" userId="5664d1c8-46f1-4a27-8a9f-d38b3766c677" providerId="ADAL" clId="{1563D71F-C66F-44C5-B662-DDC8CB21FE19}" dt="2026-02-11T11:41:11.980" v="3177"/>
          <ac:graphicFrameMkLst>
            <pc:docMk/>
            <pc:sldMk cId="212100688" sldId="281"/>
            <ac:graphicFrameMk id="4" creationId="{8B4CD45C-4B18-17A4-3993-9CD191CC4797}"/>
          </ac:graphicFrameMkLst>
        </pc:graphicFrameChg>
        <pc:picChg chg="add mod">
          <ac:chgData name="千葉 泰誠" userId="5664d1c8-46f1-4a27-8a9f-d38b3766c677" providerId="ADAL" clId="{1563D71F-C66F-44C5-B662-DDC8CB21FE19}" dt="2026-02-11T11:45:51.052" v="3386" actId="1076"/>
          <ac:picMkLst>
            <pc:docMk/>
            <pc:sldMk cId="212100688" sldId="281"/>
            <ac:picMk id="6" creationId="{CE82B578-047E-CB06-EA85-505D01EDE15B}"/>
          </ac:picMkLst>
        </pc:picChg>
      </pc:sldChg>
      <pc:sldChg chg="addSp delSp modSp add mod ord">
        <pc:chgData name="千葉 泰誠" userId="5664d1c8-46f1-4a27-8a9f-d38b3766c677" providerId="ADAL" clId="{1563D71F-C66F-44C5-B662-DDC8CB21FE19}" dt="2026-02-11T11:48:19.247" v="3467" actId="20577"/>
        <pc:sldMkLst>
          <pc:docMk/>
          <pc:sldMk cId="2847682539" sldId="282"/>
        </pc:sldMkLst>
        <pc:spChg chg="mod">
          <ac:chgData name="千葉 泰誠" userId="5664d1c8-46f1-4a27-8a9f-d38b3766c677" providerId="ADAL" clId="{1563D71F-C66F-44C5-B662-DDC8CB21FE19}" dt="2026-02-11T11:46:09.938" v="3392"/>
          <ac:spMkLst>
            <pc:docMk/>
            <pc:sldMk cId="2847682539" sldId="282"/>
            <ac:spMk id="2" creationId="{4A52981B-AB0D-3A35-1CCA-6C8D1AD709F1}"/>
          </ac:spMkLst>
        </pc:spChg>
        <pc:spChg chg="mod">
          <ac:chgData name="千葉 泰誠" userId="5664d1c8-46f1-4a27-8a9f-d38b3766c677" providerId="ADAL" clId="{1563D71F-C66F-44C5-B662-DDC8CB21FE19}" dt="2026-02-11T11:48:19.247" v="3467" actId="20577"/>
          <ac:spMkLst>
            <pc:docMk/>
            <pc:sldMk cId="2847682539" sldId="282"/>
            <ac:spMk id="3" creationId="{135BD2FB-C8BF-BFA1-61B9-71A267D19594}"/>
          </ac:spMkLst>
        </pc:spChg>
        <pc:graphicFrameChg chg="add mod">
          <ac:chgData name="千葉 泰誠" userId="5664d1c8-46f1-4a27-8a9f-d38b3766c677" providerId="ADAL" clId="{1563D71F-C66F-44C5-B662-DDC8CB21FE19}" dt="2026-02-11T11:46:07.624" v="3390"/>
          <ac:graphicFrameMkLst>
            <pc:docMk/>
            <pc:sldMk cId="2847682539" sldId="282"/>
            <ac:graphicFrameMk id="4" creationId="{9EEC6A77-6A40-FD02-6CF7-35802E087648}"/>
          </ac:graphicFrameMkLst>
        </pc:graphicFrameChg>
        <pc:picChg chg="add del mod">
          <ac:chgData name="千葉 泰誠" userId="5664d1c8-46f1-4a27-8a9f-d38b3766c677" providerId="ADAL" clId="{1563D71F-C66F-44C5-B662-DDC8CB21FE19}" dt="2026-02-11T11:48:17.241" v="3463" actId="478"/>
          <ac:picMkLst>
            <pc:docMk/>
            <pc:sldMk cId="2847682539" sldId="282"/>
            <ac:picMk id="6" creationId="{6B81D248-10DF-2A79-DA5C-8D32ACC0D810}"/>
          </ac:picMkLst>
        </pc:picChg>
      </pc:sldChg>
      <pc:sldChg chg="new del">
        <pc:chgData name="千葉 泰誠" userId="5664d1c8-46f1-4a27-8a9f-d38b3766c677" providerId="ADAL" clId="{1563D71F-C66F-44C5-B662-DDC8CB21FE19}" dt="2026-02-11T12:11:02.710" v="5374" actId="47"/>
        <pc:sldMkLst>
          <pc:docMk/>
          <pc:sldMk cId="3630157088" sldId="283"/>
        </pc:sldMkLst>
      </pc:sldChg>
      <pc:sldChg chg="new del">
        <pc:chgData name="千葉 泰誠" userId="5664d1c8-46f1-4a27-8a9f-d38b3766c677" providerId="ADAL" clId="{1563D71F-C66F-44C5-B662-DDC8CB21FE19}" dt="2026-02-11T12:11:02.710" v="5374" actId="47"/>
        <pc:sldMkLst>
          <pc:docMk/>
          <pc:sldMk cId="2461002659" sldId="284"/>
        </pc:sldMkLst>
      </pc:sldChg>
      <pc:sldChg chg="new del">
        <pc:chgData name="千葉 泰誠" userId="5664d1c8-46f1-4a27-8a9f-d38b3766c677" providerId="ADAL" clId="{1563D71F-C66F-44C5-B662-DDC8CB21FE19}" dt="2026-02-11T12:11:02.710" v="5374" actId="47"/>
        <pc:sldMkLst>
          <pc:docMk/>
          <pc:sldMk cId="1171823847" sldId="285"/>
        </pc:sldMkLst>
      </pc:sldChg>
      <pc:sldChg chg="new del">
        <pc:chgData name="千葉 泰誠" userId="5664d1c8-46f1-4a27-8a9f-d38b3766c677" providerId="ADAL" clId="{1563D71F-C66F-44C5-B662-DDC8CB21FE19}" dt="2026-02-11T12:11:02.710" v="5374" actId="47"/>
        <pc:sldMkLst>
          <pc:docMk/>
          <pc:sldMk cId="2233996607" sldId="286"/>
        </pc:sldMkLst>
      </pc:sldChg>
      <pc:sldChg chg="modSp new mod">
        <pc:chgData name="千葉 泰誠" userId="5664d1c8-46f1-4a27-8a9f-d38b3766c677" providerId="ADAL" clId="{1563D71F-C66F-44C5-B662-DDC8CB21FE19}" dt="2026-02-11T12:10:30.401" v="5342"/>
        <pc:sldMkLst>
          <pc:docMk/>
          <pc:sldMk cId="2324217662" sldId="287"/>
        </pc:sldMkLst>
        <pc:spChg chg="mod">
          <ac:chgData name="千葉 泰誠" userId="5664d1c8-46f1-4a27-8a9f-d38b3766c677" providerId="ADAL" clId="{1563D71F-C66F-44C5-B662-DDC8CB21FE19}" dt="2026-02-11T12:05:43.161" v="4617"/>
          <ac:spMkLst>
            <pc:docMk/>
            <pc:sldMk cId="2324217662" sldId="287"/>
            <ac:spMk id="2" creationId="{B4C3DEDB-2D51-25E3-6377-C4911A9B9D93}"/>
          </ac:spMkLst>
        </pc:spChg>
        <pc:spChg chg="mod">
          <ac:chgData name="千葉 泰誠" userId="5664d1c8-46f1-4a27-8a9f-d38b3766c677" providerId="ADAL" clId="{1563D71F-C66F-44C5-B662-DDC8CB21FE19}" dt="2026-02-11T12:10:30.401" v="5342"/>
          <ac:spMkLst>
            <pc:docMk/>
            <pc:sldMk cId="2324217662" sldId="287"/>
            <ac:spMk id="3" creationId="{A60612A1-3ECC-D5E1-50F9-D4351ED5B663}"/>
          </ac:spMkLst>
        </pc:spChg>
      </pc:sldChg>
      <pc:sldChg chg="modSp add mod">
        <pc:chgData name="千葉 泰誠" userId="5664d1c8-46f1-4a27-8a9f-d38b3766c677" providerId="ADAL" clId="{1563D71F-C66F-44C5-B662-DDC8CB21FE19}" dt="2026-02-11T12:10:52.020" v="5372" actId="21"/>
        <pc:sldMkLst>
          <pc:docMk/>
          <pc:sldMk cId="929103742" sldId="288"/>
        </pc:sldMkLst>
        <pc:spChg chg="mod">
          <ac:chgData name="千葉 泰誠" userId="5664d1c8-46f1-4a27-8a9f-d38b3766c677" providerId="ADAL" clId="{1563D71F-C66F-44C5-B662-DDC8CB21FE19}" dt="2026-02-11T12:10:49.091" v="5371" actId="20577"/>
          <ac:spMkLst>
            <pc:docMk/>
            <pc:sldMk cId="929103742" sldId="288"/>
            <ac:spMk id="2" creationId="{306C3765-79B1-88AD-CB22-90AC9C85DB28}"/>
          </ac:spMkLst>
        </pc:spChg>
        <pc:spChg chg="mod">
          <ac:chgData name="千葉 泰誠" userId="5664d1c8-46f1-4a27-8a9f-d38b3766c677" providerId="ADAL" clId="{1563D71F-C66F-44C5-B662-DDC8CB21FE19}" dt="2026-02-11T12:10:52.020" v="5372" actId="21"/>
          <ac:spMkLst>
            <pc:docMk/>
            <pc:sldMk cId="929103742" sldId="288"/>
            <ac:spMk id="3" creationId="{3A25B8EC-F723-EF45-AD1E-92A55C51424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1633B6-097E-4998-B268-1BF6531F6A88}" type="datetimeFigureOut">
              <a:rPr kumimoji="1" lang="ja-JP" altLang="en-US" smtClean="0"/>
              <a:t>2026/2/5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04016B-A6B5-4C95-956C-8D8EF00B2B98}" type="slidenum">
              <a:rPr kumimoji="1" lang="ja-JP" altLang="en-US" smtClean="0"/>
              <a:t>‹#›</a:t>
            </a:fld>
            <a:endParaRPr kumimoji="1" lang="ja-JP" altLang="en-US"/>
          </a:p>
        </p:txBody>
      </p:sp>
    </p:spTree>
    <p:extLst>
      <p:ext uri="{BB962C8B-B14F-4D97-AF65-F5344CB8AC3E}">
        <p14:creationId xmlns:p14="http://schemas.microsoft.com/office/powerpoint/2010/main" val="187271952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CC72786-7AF5-B92E-1D9E-4DDAD8EA6FFB}"/>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E3B7172D-3F84-DAFD-D033-7CA18F40FB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9FBC7-C1EE-29D8-67D0-0B5EF25B0B63}"/>
              </a:ext>
            </a:extLst>
          </p:cNvPr>
          <p:cNvSpPr>
            <a:spLocks noGrp="1"/>
          </p:cNvSpPr>
          <p:nvPr>
            <p:ph type="dt" sz="half" idx="10"/>
          </p:nvPr>
        </p:nvSpPr>
        <p:spPr/>
        <p:txBody>
          <a:bodyPr/>
          <a:lstStyle/>
          <a:p>
            <a:fld id="{5EE9E671-1C83-40F7-9D33-FE8AAC7F721F}" type="datetime1">
              <a:rPr lang="en-US" smtClean="0"/>
              <a:t>2/5/2026</a:t>
            </a:fld>
            <a:endParaRPr lang="en-US"/>
          </a:p>
        </p:txBody>
      </p:sp>
      <p:sp>
        <p:nvSpPr>
          <p:cNvPr id="5" name="フッター プレースホルダー 4">
            <a:extLst>
              <a:ext uri="{FF2B5EF4-FFF2-40B4-BE49-F238E27FC236}">
                <a16:creationId xmlns:a16="http://schemas.microsoft.com/office/drawing/2014/main" id="{F9EC7B4D-3C1F-726C-241F-762513FEE0CF}"/>
              </a:ext>
            </a:extLst>
          </p:cNvPr>
          <p:cNvSpPr>
            <a:spLocks noGrp="1"/>
          </p:cNvSpPr>
          <p:nvPr>
            <p:ph type="ftr" sz="quarter" idx="11"/>
          </p:nvPr>
        </p:nvSpPr>
        <p:spPr/>
        <p:txBody>
          <a:bodyPr/>
          <a:lstStyle/>
          <a:p>
            <a:r>
              <a:rPr lang="en-US"/>
              <a:t>Sample Footer Text</a:t>
            </a:r>
          </a:p>
        </p:txBody>
      </p:sp>
      <p:sp>
        <p:nvSpPr>
          <p:cNvPr id="6" name="スライド番号プレースホルダー 5">
            <a:extLst>
              <a:ext uri="{FF2B5EF4-FFF2-40B4-BE49-F238E27FC236}">
                <a16:creationId xmlns:a16="http://schemas.microsoft.com/office/drawing/2014/main" id="{E9583D9D-7761-C0E2-5BE1-EA0FCAAC8B0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7774185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2435B9-9AD7-F377-FB5C-A0B9B891C33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AEA1B60-7460-D8B1-1C5B-7D1D25870694}"/>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9570DF1-56CA-DDDD-49A1-6B9EA72B3552}"/>
              </a:ext>
            </a:extLst>
          </p:cNvPr>
          <p:cNvSpPr>
            <a:spLocks noGrp="1"/>
          </p:cNvSpPr>
          <p:nvPr>
            <p:ph type="dt" sz="half" idx="10"/>
          </p:nvPr>
        </p:nvSpPr>
        <p:spPr/>
        <p:txBody>
          <a:bodyPr/>
          <a:lstStyle/>
          <a:p>
            <a:fld id="{5EE9E671-1C83-40F7-9D33-FE8AAC7F721F}" type="datetime1">
              <a:rPr lang="en-US" smtClean="0"/>
              <a:t>2/5/2026</a:t>
            </a:fld>
            <a:endParaRPr lang="en-US"/>
          </a:p>
        </p:txBody>
      </p:sp>
      <p:sp>
        <p:nvSpPr>
          <p:cNvPr id="5" name="フッター プレースホルダー 4">
            <a:extLst>
              <a:ext uri="{FF2B5EF4-FFF2-40B4-BE49-F238E27FC236}">
                <a16:creationId xmlns:a16="http://schemas.microsoft.com/office/drawing/2014/main" id="{206D9E78-6CF5-ABE3-FF7C-EA24CE65AAB6}"/>
              </a:ext>
            </a:extLst>
          </p:cNvPr>
          <p:cNvSpPr>
            <a:spLocks noGrp="1"/>
          </p:cNvSpPr>
          <p:nvPr>
            <p:ph type="ftr" sz="quarter" idx="11"/>
          </p:nvPr>
        </p:nvSpPr>
        <p:spPr/>
        <p:txBody>
          <a:bodyPr/>
          <a:lstStyle/>
          <a:p>
            <a:r>
              <a:rPr lang="en-US"/>
              <a:t>Sample Footer Text</a:t>
            </a:r>
          </a:p>
        </p:txBody>
      </p:sp>
      <p:sp>
        <p:nvSpPr>
          <p:cNvPr id="6" name="スライド番号プレースホルダー 5">
            <a:extLst>
              <a:ext uri="{FF2B5EF4-FFF2-40B4-BE49-F238E27FC236}">
                <a16:creationId xmlns:a16="http://schemas.microsoft.com/office/drawing/2014/main" id="{020AC8A3-7313-3A0B-DC62-1506F245B447}"/>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2506406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BAE104-113D-CA56-B6C6-D052FA290EA5}"/>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B1E5A9-FACA-FF83-A3E7-4A38AAC561F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E1D2B660-3BDA-1D59-CFFF-D286C119DE52}"/>
              </a:ext>
            </a:extLst>
          </p:cNvPr>
          <p:cNvSpPr>
            <a:spLocks noGrp="1"/>
          </p:cNvSpPr>
          <p:nvPr>
            <p:ph type="dt" sz="half" idx="10"/>
          </p:nvPr>
        </p:nvSpPr>
        <p:spPr/>
        <p:txBody>
          <a:bodyPr/>
          <a:lstStyle/>
          <a:p>
            <a:fld id="{5EE9E671-1C83-40F7-9D33-FE8AAC7F721F}" type="datetime1">
              <a:rPr lang="en-US" smtClean="0"/>
              <a:t>2/5/2026</a:t>
            </a:fld>
            <a:endParaRPr lang="en-US"/>
          </a:p>
        </p:txBody>
      </p:sp>
      <p:sp>
        <p:nvSpPr>
          <p:cNvPr id="5" name="フッター プレースホルダー 4">
            <a:extLst>
              <a:ext uri="{FF2B5EF4-FFF2-40B4-BE49-F238E27FC236}">
                <a16:creationId xmlns:a16="http://schemas.microsoft.com/office/drawing/2014/main" id="{6410CEC1-F127-34C0-8D40-EDDDE5FB5D33}"/>
              </a:ext>
            </a:extLst>
          </p:cNvPr>
          <p:cNvSpPr>
            <a:spLocks noGrp="1"/>
          </p:cNvSpPr>
          <p:nvPr>
            <p:ph type="ftr" sz="quarter" idx="11"/>
          </p:nvPr>
        </p:nvSpPr>
        <p:spPr/>
        <p:txBody>
          <a:bodyPr/>
          <a:lstStyle/>
          <a:p>
            <a:r>
              <a:rPr lang="en-US"/>
              <a:t>Sample Footer Text</a:t>
            </a:r>
          </a:p>
        </p:txBody>
      </p:sp>
      <p:sp>
        <p:nvSpPr>
          <p:cNvPr id="6" name="スライド番号プレースホルダー 5">
            <a:extLst>
              <a:ext uri="{FF2B5EF4-FFF2-40B4-BE49-F238E27FC236}">
                <a16:creationId xmlns:a16="http://schemas.microsoft.com/office/drawing/2014/main" id="{B94EC305-3E96-1A8F-CF6F-9AD6D93908D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8855384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8457E8-40B9-06BF-17C1-6582A46B64D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BA57B0B-9683-7497-8637-43C3629CF0E3}"/>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CD97FCCB-AC6B-8847-B4E0-67A6B2257AC1}"/>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6D752690-0897-FEC8-41EA-C5F9D446FB95}"/>
              </a:ext>
            </a:extLst>
          </p:cNvPr>
          <p:cNvSpPr>
            <a:spLocks noGrp="1"/>
          </p:cNvSpPr>
          <p:nvPr>
            <p:ph type="dt" sz="half" idx="10"/>
          </p:nvPr>
        </p:nvSpPr>
        <p:spPr/>
        <p:txBody>
          <a:bodyPr/>
          <a:lstStyle/>
          <a:p>
            <a:fld id="{5EE9E671-1C83-40F7-9D33-FE8AAC7F721F}" type="datetime1">
              <a:rPr lang="en-US" smtClean="0"/>
              <a:t>2/5/2026</a:t>
            </a:fld>
            <a:endParaRPr lang="en-US"/>
          </a:p>
        </p:txBody>
      </p:sp>
      <p:sp>
        <p:nvSpPr>
          <p:cNvPr id="6" name="フッター プレースホルダー 5">
            <a:extLst>
              <a:ext uri="{FF2B5EF4-FFF2-40B4-BE49-F238E27FC236}">
                <a16:creationId xmlns:a16="http://schemas.microsoft.com/office/drawing/2014/main" id="{EA8889CB-A05D-E667-1009-170F67C27461}"/>
              </a:ext>
            </a:extLst>
          </p:cNvPr>
          <p:cNvSpPr>
            <a:spLocks noGrp="1"/>
          </p:cNvSpPr>
          <p:nvPr>
            <p:ph type="ftr" sz="quarter" idx="11"/>
          </p:nvPr>
        </p:nvSpPr>
        <p:spPr/>
        <p:txBody>
          <a:bodyPr/>
          <a:lstStyle/>
          <a:p>
            <a:r>
              <a:rPr lang="en-US"/>
              <a:t>Sample Footer Text</a:t>
            </a:r>
          </a:p>
        </p:txBody>
      </p:sp>
      <p:sp>
        <p:nvSpPr>
          <p:cNvPr id="7" name="スライド番号プレースホルダー 6">
            <a:extLst>
              <a:ext uri="{FF2B5EF4-FFF2-40B4-BE49-F238E27FC236}">
                <a16:creationId xmlns:a16="http://schemas.microsoft.com/office/drawing/2014/main" id="{DC79050A-F97F-6A8C-5C7B-AB8D798A2A2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70776598"/>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4400C23-9C52-BEDB-814D-126EBBC30F83}"/>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ED7743B-23BB-02C9-D72D-2BB5FFDEBD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932F4920-4DD4-3614-E65B-539F31A24DE6}"/>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8A46F34A-7643-0F95-77B0-347DC9FDFF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392931B-6B1E-CCB4-A6E1-27C89FDCF389}"/>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E5D6714-2852-97C9-3E42-9C80DCBD3301}"/>
              </a:ext>
            </a:extLst>
          </p:cNvPr>
          <p:cNvSpPr>
            <a:spLocks noGrp="1"/>
          </p:cNvSpPr>
          <p:nvPr>
            <p:ph type="dt" sz="half" idx="10"/>
          </p:nvPr>
        </p:nvSpPr>
        <p:spPr/>
        <p:txBody>
          <a:bodyPr/>
          <a:lstStyle/>
          <a:p>
            <a:fld id="{5EE9E671-1C83-40F7-9D33-FE8AAC7F721F}" type="datetime1">
              <a:rPr lang="en-US" smtClean="0"/>
              <a:t>2/5/2026</a:t>
            </a:fld>
            <a:endParaRPr lang="en-US"/>
          </a:p>
        </p:txBody>
      </p:sp>
      <p:sp>
        <p:nvSpPr>
          <p:cNvPr id="8" name="フッター プレースホルダー 7">
            <a:extLst>
              <a:ext uri="{FF2B5EF4-FFF2-40B4-BE49-F238E27FC236}">
                <a16:creationId xmlns:a16="http://schemas.microsoft.com/office/drawing/2014/main" id="{CDB300F2-02F4-5256-7D89-0A2363161FC3}"/>
              </a:ext>
            </a:extLst>
          </p:cNvPr>
          <p:cNvSpPr>
            <a:spLocks noGrp="1"/>
          </p:cNvSpPr>
          <p:nvPr>
            <p:ph type="ftr" sz="quarter" idx="11"/>
          </p:nvPr>
        </p:nvSpPr>
        <p:spPr/>
        <p:txBody>
          <a:bodyPr/>
          <a:lstStyle/>
          <a:p>
            <a:r>
              <a:rPr lang="en-US"/>
              <a:t>Sample Footer Text</a:t>
            </a:r>
          </a:p>
        </p:txBody>
      </p:sp>
      <p:sp>
        <p:nvSpPr>
          <p:cNvPr id="9" name="スライド番号プレースホルダー 8">
            <a:extLst>
              <a:ext uri="{FF2B5EF4-FFF2-40B4-BE49-F238E27FC236}">
                <a16:creationId xmlns:a16="http://schemas.microsoft.com/office/drawing/2014/main" id="{EE336EAE-07C0-76BB-516D-2CAF164161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0454105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54E59F-5EC9-0B99-DF8F-6E27E0BB2494}"/>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F665635F-0541-94E3-98FC-19A387B92CC9}"/>
              </a:ext>
            </a:extLst>
          </p:cNvPr>
          <p:cNvSpPr>
            <a:spLocks noGrp="1"/>
          </p:cNvSpPr>
          <p:nvPr>
            <p:ph type="dt" sz="half" idx="10"/>
          </p:nvPr>
        </p:nvSpPr>
        <p:spPr/>
        <p:txBody>
          <a:bodyPr/>
          <a:lstStyle/>
          <a:p>
            <a:fld id="{5EE9E671-1C83-40F7-9D33-FE8AAC7F721F}" type="datetime1">
              <a:rPr lang="en-US" smtClean="0"/>
              <a:t>2/5/2026</a:t>
            </a:fld>
            <a:endParaRPr lang="en-US"/>
          </a:p>
        </p:txBody>
      </p:sp>
      <p:sp>
        <p:nvSpPr>
          <p:cNvPr id="4" name="フッター プレースホルダー 3">
            <a:extLst>
              <a:ext uri="{FF2B5EF4-FFF2-40B4-BE49-F238E27FC236}">
                <a16:creationId xmlns:a16="http://schemas.microsoft.com/office/drawing/2014/main" id="{29056250-9EFC-6C02-6C9A-4DE237975656}"/>
              </a:ext>
            </a:extLst>
          </p:cNvPr>
          <p:cNvSpPr>
            <a:spLocks noGrp="1"/>
          </p:cNvSpPr>
          <p:nvPr>
            <p:ph type="ftr" sz="quarter" idx="11"/>
          </p:nvPr>
        </p:nvSpPr>
        <p:spPr/>
        <p:txBody>
          <a:bodyPr/>
          <a:lstStyle/>
          <a:p>
            <a:r>
              <a:rPr lang="en-US"/>
              <a:t>Sample Footer Text</a:t>
            </a:r>
          </a:p>
        </p:txBody>
      </p:sp>
      <p:sp>
        <p:nvSpPr>
          <p:cNvPr id="5" name="スライド番号プレースホルダー 4">
            <a:extLst>
              <a:ext uri="{FF2B5EF4-FFF2-40B4-BE49-F238E27FC236}">
                <a16:creationId xmlns:a16="http://schemas.microsoft.com/office/drawing/2014/main" id="{5BA5962B-FAD0-A282-7ECA-6FC5DDF87394}"/>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5514871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9A3649D1-6FFD-C796-916E-A3D9063E8DC0}"/>
              </a:ext>
            </a:extLst>
          </p:cNvPr>
          <p:cNvSpPr>
            <a:spLocks noGrp="1"/>
          </p:cNvSpPr>
          <p:nvPr>
            <p:ph type="dt" sz="half" idx="10"/>
          </p:nvPr>
        </p:nvSpPr>
        <p:spPr/>
        <p:txBody>
          <a:bodyPr/>
          <a:lstStyle/>
          <a:p>
            <a:fld id="{5EE9E671-1C83-40F7-9D33-FE8AAC7F721F}" type="datetime1">
              <a:rPr lang="en-US" smtClean="0"/>
              <a:t>2/5/2026</a:t>
            </a:fld>
            <a:endParaRPr lang="en-US"/>
          </a:p>
        </p:txBody>
      </p:sp>
      <p:sp>
        <p:nvSpPr>
          <p:cNvPr id="3" name="フッター プレースホルダー 2">
            <a:extLst>
              <a:ext uri="{FF2B5EF4-FFF2-40B4-BE49-F238E27FC236}">
                <a16:creationId xmlns:a16="http://schemas.microsoft.com/office/drawing/2014/main" id="{819A4502-8945-8C2D-2AAB-8E1ED0523908}"/>
              </a:ext>
            </a:extLst>
          </p:cNvPr>
          <p:cNvSpPr>
            <a:spLocks noGrp="1"/>
          </p:cNvSpPr>
          <p:nvPr>
            <p:ph type="ftr" sz="quarter" idx="11"/>
          </p:nvPr>
        </p:nvSpPr>
        <p:spPr/>
        <p:txBody>
          <a:bodyPr/>
          <a:lstStyle/>
          <a:p>
            <a:r>
              <a:rPr lang="en-US"/>
              <a:t>Sample Footer Text</a:t>
            </a:r>
          </a:p>
        </p:txBody>
      </p:sp>
      <p:sp>
        <p:nvSpPr>
          <p:cNvPr id="4" name="スライド番号プレースホルダー 3">
            <a:extLst>
              <a:ext uri="{FF2B5EF4-FFF2-40B4-BE49-F238E27FC236}">
                <a16:creationId xmlns:a16="http://schemas.microsoft.com/office/drawing/2014/main" id="{B6655092-0C0B-89AE-C637-E328CFEEA2D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8986104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83F76AF-5360-EB8A-D636-70DF6436E2C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4E71689-1FB5-B428-5FC7-7F0E9B8B06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6248C659-B57D-CA34-F1C5-FC7C2E326B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08E1D72-DEAE-EFEC-5A71-7282C7ADC049}"/>
              </a:ext>
            </a:extLst>
          </p:cNvPr>
          <p:cNvSpPr>
            <a:spLocks noGrp="1"/>
          </p:cNvSpPr>
          <p:nvPr>
            <p:ph type="dt" sz="half" idx="10"/>
          </p:nvPr>
        </p:nvSpPr>
        <p:spPr/>
        <p:txBody>
          <a:bodyPr/>
          <a:lstStyle/>
          <a:p>
            <a:fld id="{5EE9E671-1C83-40F7-9D33-FE8AAC7F721F}" type="datetime1">
              <a:rPr lang="en-US" smtClean="0"/>
              <a:t>2/5/2026</a:t>
            </a:fld>
            <a:endParaRPr lang="en-US"/>
          </a:p>
        </p:txBody>
      </p:sp>
      <p:sp>
        <p:nvSpPr>
          <p:cNvPr id="6" name="フッター プレースホルダー 5">
            <a:extLst>
              <a:ext uri="{FF2B5EF4-FFF2-40B4-BE49-F238E27FC236}">
                <a16:creationId xmlns:a16="http://schemas.microsoft.com/office/drawing/2014/main" id="{4D70990E-77EA-9894-B0C3-6F359AFB610B}"/>
              </a:ext>
            </a:extLst>
          </p:cNvPr>
          <p:cNvSpPr>
            <a:spLocks noGrp="1"/>
          </p:cNvSpPr>
          <p:nvPr>
            <p:ph type="ftr" sz="quarter" idx="11"/>
          </p:nvPr>
        </p:nvSpPr>
        <p:spPr/>
        <p:txBody>
          <a:bodyPr/>
          <a:lstStyle/>
          <a:p>
            <a:r>
              <a:rPr lang="en-US"/>
              <a:t>Sample Footer Text</a:t>
            </a:r>
          </a:p>
        </p:txBody>
      </p:sp>
      <p:sp>
        <p:nvSpPr>
          <p:cNvPr id="7" name="スライド番号プレースホルダー 6">
            <a:extLst>
              <a:ext uri="{FF2B5EF4-FFF2-40B4-BE49-F238E27FC236}">
                <a16:creationId xmlns:a16="http://schemas.microsoft.com/office/drawing/2014/main" id="{3B4C529C-EEC6-69D1-806C-2F91649C000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8650784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85AA6D6-FB87-A78C-8FA6-D218C0C9B03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FFA4935F-5AE9-66CC-3786-721050216C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FBF4F875-7E0D-0C0D-C0B0-D266164CB2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28FB34A8-5223-7C92-A802-4E14DE2BAC93}"/>
              </a:ext>
            </a:extLst>
          </p:cNvPr>
          <p:cNvSpPr>
            <a:spLocks noGrp="1"/>
          </p:cNvSpPr>
          <p:nvPr>
            <p:ph type="dt" sz="half" idx="10"/>
          </p:nvPr>
        </p:nvSpPr>
        <p:spPr/>
        <p:txBody>
          <a:bodyPr/>
          <a:lstStyle/>
          <a:p>
            <a:fld id="{5EE9E671-1C83-40F7-9D33-FE8AAC7F721F}" type="datetime1">
              <a:rPr lang="en-US" smtClean="0"/>
              <a:t>2/5/2026</a:t>
            </a:fld>
            <a:endParaRPr lang="en-US"/>
          </a:p>
        </p:txBody>
      </p:sp>
      <p:sp>
        <p:nvSpPr>
          <p:cNvPr id="6" name="フッター プレースホルダー 5">
            <a:extLst>
              <a:ext uri="{FF2B5EF4-FFF2-40B4-BE49-F238E27FC236}">
                <a16:creationId xmlns:a16="http://schemas.microsoft.com/office/drawing/2014/main" id="{52E83569-A5C8-7FAC-DFAC-1C634DE7304A}"/>
              </a:ext>
            </a:extLst>
          </p:cNvPr>
          <p:cNvSpPr>
            <a:spLocks noGrp="1"/>
          </p:cNvSpPr>
          <p:nvPr>
            <p:ph type="ftr" sz="quarter" idx="11"/>
          </p:nvPr>
        </p:nvSpPr>
        <p:spPr/>
        <p:txBody>
          <a:bodyPr/>
          <a:lstStyle/>
          <a:p>
            <a:r>
              <a:rPr lang="en-US"/>
              <a:t>Sample Footer Text</a:t>
            </a:r>
          </a:p>
        </p:txBody>
      </p:sp>
      <p:sp>
        <p:nvSpPr>
          <p:cNvPr id="7" name="スライド番号プレースホルダー 6">
            <a:extLst>
              <a:ext uri="{FF2B5EF4-FFF2-40B4-BE49-F238E27FC236}">
                <a16:creationId xmlns:a16="http://schemas.microsoft.com/office/drawing/2014/main" id="{D9AAD0EB-5CC8-A3C6-9B5F-D3A936E983B7}"/>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0072926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6B1BAD-B0AB-74E8-1C6E-E3F163C4A1EC}"/>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E32EF1C-FC5A-7739-767A-E87EAD785A1C}"/>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1C7ABBA-353C-F1D5-1F64-E5DB15A77C12}"/>
              </a:ext>
            </a:extLst>
          </p:cNvPr>
          <p:cNvSpPr>
            <a:spLocks noGrp="1"/>
          </p:cNvSpPr>
          <p:nvPr>
            <p:ph type="dt" sz="half" idx="10"/>
          </p:nvPr>
        </p:nvSpPr>
        <p:spPr/>
        <p:txBody>
          <a:bodyPr/>
          <a:lstStyle/>
          <a:p>
            <a:fld id="{5EE9E671-1C83-40F7-9D33-FE8AAC7F721F}" type="datetime1">
              <a:rPr lang="en-US" smtClean="0"/>
              <a:t>2/5/2026</a:t>
            </a:fld>
            <a:endParaRPr lang="en-US"/>
          </a:p>
        </p:txBody>
      </p:sp>
      <p:sp>
        <p:nvSpPr>
          <p:cNvPr id="5" name="フッター プレースホルダー 4">
            <a:extLst>
              <a:ext uri="{FF2B5EF4-FFF2-40B4-BE49-F238E27FC236}">
                <a16:creationId xmlns:a16="http://schemas.microsoft.com/office/drawing/2014/main" id="{1DC5BB54-B192-90DC-F4D8-C784F6B3626C}"/>
              </a:ext>
            </a:extLst>
          </p:cNvPr>
          <p:cNvSpPr>
            <a:spLocks noGrp="1"/>
          </p:cNvSpPr>
          <p:nvPr>
            <p:ph type="ftr" sz="quarter" idx="11"/>
          </p:nvPr>
        </p:nvSpPr>
        <p:spPr/>
        <p:txBody>
          <a:bodyPr/>
          <a:lstStyle/>
          <a:p>
            <a:r>
              <a:rPr lang="en-US"/>
              <a:t>Sample Footer Text</a:t>
            </a:r>
          </a:p>
        </p:txBody>
      </p:sp>
      <p:sp>
        <p:nvSpPr>
          <p:cNvPr id="6" name="スライド番号プレースホルダー 5">
            <a:extLst>
              <a:ext uri="{FF2B5EF4-FFF2-40B4-BE49-F238E27FC236}">
                <a16:creationId xmlns:a16="http://schemas.microsoft.com/office/drawing/2014/main" id="{32556F7B-F7B6-3C18-BA6E-4B7A7A3693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8692445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49621461-18D8-7EE1-AE00-2F2DB65567AE}"/>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4FD229F-296B-8119-9BFA-3664644B8F6C}"/>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15F364E-94EC-96B6-4388-9E59BBDD6D1A}"/>
              </a:ext>
            </a:extLst>
          </p:cNvPr>
          <p:cNvSpPr>
            <a:spLocks noGrp="1"/>
          </p:cNvSpPr>
          <p:nvPr>
            <p:ph type="dt" sz="half" idx="10"/>
          </p:nvPr>
        </p:nvSpPr>
        <p:spPr/>
        <p:txBody>
          <a:bodyPr/>
          <a:lstStyle/>
          <a:p>
            <a:fld id="{5EE9E671-1C83-40F7-9D33-FE8AAC7F721F}" type="datetime1">
              <a:rPr lang="en-US" smtClean="0"/>
              <a:t>2/5/2026</a:t>
            </a:fld>
            <a:endParaRPr lang="en-US"/>
          </a:p>
        </p:txBody>
      </p:sp>
      <p:sp>
        <p:nvSpPr>
          <p:cNvPr id="5" name="フッター プレースホルダー 4">
            <a:extLst>
              <a:ext uri="{FF2B5EF4-FFF2-40B4-BE49-F238E27FC236}">
                <a16:creationId xmlns:a16="http://schemas.microsoft.com/office/drawing/2014/main" id="{C1603CA2-1247-4AC9-DD7C-977E4DE5030F}"/>
              </a:ext>
            </a:extLst>
          </p:cNvPr>
          <p:cNvSpPr>
            <a:spLocks noGrp="1"/>
          </p:cNvSpPr>
          <p:nvPr>
            <p:ph type="ftr" sz="quarter" idx="11"/>
          </p:nvPr>
        </p:nvSpPr>
        <p:spPr/>
        <p:txBody>
          <a:bodyPr/>
          <a:lstStyle/>
          <a:p>
            <a:r>
              <a:rPr lang="en-US"/>
              <a:t>Sample Footer Text</a:t>
            </a:r>
          </a:p>
        </p:txBody>
      </p:sp>
      <p:sp>
        <p:nvSpPr>
          <p:cNvPr id="6" name="スライド番号プレースホルダー 5">
            <a:extLst>
              <a:ext uri="{FF2B5EF4-FFF2-40B4-BE49-F238E27FC236}">
                <a16:creationId xmlns:a16="http://schemas.microsoft.com/office/drawing/2014/main" id="{25D6CD90-6C6A-8FC3-6CEC-6669B1B276F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98649915"/>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2E0D6913-4FF2-1F74-0A4C-6CA6579294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97AA9A6-4CDF-B544-0418-BC56DAFDB2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E26049C-1522-FDAA-9329-C998A4BB40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EE9E671-1C83-40F7-9D33-FE8AAC7F721F}" type="datetime1">
              <a:rPr lang="en-US" smtClean="0"/>
              <a:t>2/5/2026</a:t>
            </a:fld>
            <a:endParaRPr lang="en-US"/>
          </a:p>
        </p:txBody>
      </p:sp>
      <p:sp>
        <p:nvSpPr>
          <p:cNvPr id="5" name="フッター プレースホルダー 4">
            <a:extLst>
              <a:ext uri="{FF2B5EF4-FFF2-40B4-BE49-F238E27FC236}">
                <a16:creationId xmlns:a16="http://schemas.microsoft.com/office/drawing/2014/main" id="{E4DECBE7-E825-9920-2EB4-6A2E1AC194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Sample Footer Text</a:t>
            </a:r>
          </a:p>
        </p:txBody>
      </p:sp>
      <p:sp>
        <p:nvSpPr>
          <p:cNvPr id="6" name="スライド番号プレースホルダー 5">
            <a:extLst>
              <a:ext uri="{FF2B5EF4-FFF2-40B4-BE49-F238E27FC236}">
                <a16:creationId xmlns:a16="http://schemas.microsoft.com/office/drawing/2014/main" id="{B1DE05D1-E952-80B6-72C1-4F4FFC3A9C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2787321376"/>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D2E81F-B17E-6474-6A76-F6F973CBC89D}"/>
              </a:ext>
            </a:extLst>
          </p:cNvPr>
          <p:cNvSpPr>
            <a:spLocks noGrp="1"/>
          </p:cNvSpPr>
          <p:nvPr>
            <p:ph type="ctrTitle"/>
          </p:nvPr>
        </p:nvSpPr>
        <p:spPr/>
        <p:txBody>
          <a:bodyPr>
            <a:noAutofit/>
          </a:bodyPr>
          <a:lstStyle/>
          <a:p>
            <a:r>
              <a:rPr lang="ja-JP" altLang="en-US" sz="4000" dirty="0"/>
              <a:t>開発第五部　新技術研究の成果発表</a:t>
            </a:r>
            <a:br>
              <a:rPr lang="ja-JP" altLang="en-US" sz="4000" dirty="0"/>
            </a:br>
            <a:r>
              <a:rPr lang="en-US" altLang="ja-JP" sz="4000" dirty="0"/>
              <a:t>Copilot </a:t>
            </a:r>
            <a:r>
              <a:rPr lang="ja-JP" altLang="en-US" sz="4000" dirty="0"/>
              <a:t>エージェントの活用検討</a:t>
            </a:r>
            <a:endParaRPr kumimoji="1" lang="ja-JP" altLang="en-US" sz="4000" dirty="0"/>
          </a:p>
        </p:txBody>
      </p:sp>
      <p:sp>
        <p:nvSpPr>
          <p:cNvPr id="3" name="字幕 2">
            <a:extLst>
              <a:ext uri="{FF2B5EF4-FFF2-40B4-BE49-F238E27FC236}">
                <a16:creationId xmlns:a16="http://schemas.microsoft.com/office/drawing/2014/main" id="{5DE7ECA2-09BB-70E1-2A9D-00EA18E143E2}"/>
              </a:ext>
            </a:extLst>
          </p:cNvPr>
          <p:cNvSpPr>
            <a:spLocks noGrp="1"/>
          </p:cNvSpPr>
          <p:nvPr>
            <p:ph type="subTitle" idx="1"/>
          </p:nvPr>
        </p:nvSpPr>
        <p:spPr/>
        <p:txBody>
          <a:bodyPr/>
          <a:lstStyle/>
          <a:p>
            <a:r>
              <a:rPr kumimoji="1" lang="ja-JP" altLang="en-US" dirty="0"/>
              <a:t>開発第五部　第一</a:t>
            </a:r>
            <a:r>
              <a:rPr kumimoji="1" lang="en-US" altLang="ja-JP" dirty="0"/>
              <a:t>G</a:t>
            </a:r>
            <a:r>
              <a:rPr kumimoji="1" lang="ja-JP" altLang="en-US" dirty="0"/>
              <a:t>　統合顧客</a:t>
            </a:r>
            <a:r>
              <a:rPr kumimoji="1" lang="en-US" altLang="ja-JP" dirty="0"/>
              <a:t>T</a:t>
            </a:r>
            <a:r>
              <a:rPr kumimoji="1" lang="ja-JP" altLang="en-US" dirty="0"/>
              <a:t>　千葉泰誠</a:t>
            </a:r>
          </a:p>
        </p:txBody>
      </p:sp>
    </p:spTree>
    <p:extLst>
      <p:ext uri="{BB962C8B-B14F-4D97-AF65-F5344CB8AC3E}">
        <p14:creationId xmlns:p14="http://schemas.microsoft.com/office/powerpoint/2010/main" val="17147788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8F39A2F-D193-E2E9-3870-778DB5382D39}"/>
              </a:ext>
            </a:extLst>
          </p:cNvPr>
          <p:cNvSpPr>
            <a:spLocks noGrp="1"/>
          </p:cNvSpPr>
          <p:nvPr>
            <p:ph type="title"/>
          </p:nvPr>
        </p:nvSpPr>
        <p:spPr/>
        <p:txBody>
          <a:bodyPr>
            <a:normAutofit/>
          </a:bodyPr>
          <a:lstStyle/>
          <a:p>
            <a:r>
              <a:rPr lang="ja-JP" altLang="en-US" sz="3600" dirty="0"/>
              <a:t>研究の全体像</a:t>
            </a:r>
            <a:endParaRPr kumimoji="1" lang="ja-JP" altLang="en-US" sz="3600" dirty="0"/>
          </a:p>
        </p:txBody>
      </p:sp>
      <p:sp>
        <p:nvSpPr>
          <p:cNvPr id="3" name="コンテンツ プレースホルダー 2">
            <a:extLst>
              <a:ext uri="{FF2B5EF4-FFF2-40B4-BE49-F238E27FC236}">
                <a16:creationId xmlns:a16="http://schemas.microsoft.com/office/drawing/2014/main" id="{97FE9CC0-6DCD-EF13-2C92-0D8DAA69855B}"/>
              </a:ext>
            </a:extLst>
          </p:cNvPr>
          <p:cNvSpPr>
            <a:spLocks noGrp="1"/>
          </p:cNvSpPr>
          <p:nvPr>
            <p:ph idx="1"/>
          </p:nvPr>
        </p:nvSpPr>
        <p:spPr/>
        <p:txBody>
          <a:bodyPr>
            <a:normAutofit/>
          </a:bodyPr>
          <a:lstStyle/>
          <a:p>
            <a:pPr marL="0" indent="0">
              <a:buNone/>
            </a:pPr>
            <a:r>
              <a:rPr lang="ja-JP" altLang="en-US" sz="2400" dirty="0"/>
              <a:t>本研究では、</a:t>
            </a:r>
            <a:r>
              <a:rPr lang="en-US" altLang="ja-JP" sz="2400" dirty="0"/>
              <a:t>M365</a:t>
            </a:r>
            <a:r>
              <a:rPr lang="ja-JP" altLang="en-US" sz="2400" dirty="0"/>
              <a:t> </a:t>
            </a:r>
            <a:r>
              <a:rPr lang="en-US" altLang="ja-JP" sz="2400" dirty="0"/>
              <a:t>Copilot</a:t>
            </a:r>
            <a:r>
              <a:rPr lang="ja-JP" altLang="en-US" sz="2400" dirty="0"/>
              <a:t>の業務活用を検討する。</a:t>
            </a:r>
            <a:endParaRPr lang="en-US" altLang="ja-JP" sz="2400" dirty="0"/>
          </a:p>
          <a:p>
            <a:pPr marL="0" indent="0">
              <a:buNone/>
            </a:pPr>
            <a:r>
              <a:rPr lang="ja-JP" altLang="en-US" sz="2400" dirty="0"/>
              <a:t>実際に</a:t>
            </a:r>
            <a:r>
              <a:rPr lang="en-US" altLang="ja-JP" sz="2400" dirty="0"/>
              <a:t>Kiro</a:t>
            </a:r>
            <a:r>
              <a:rPr lang="ja-JP" altLang="en-US" sz="2400" baseline="-25000" dirty="0"/>
              <a:t>（</a:t>
            </a:r>
            <a:r>
              <a:rPr lang="en-US" altLang="ja-JP" sz="2400" baseline="-25000" dirty="0"/>
              <a:t>※1</a:t>
            </a:r>
            <a:r>
              <a:rPr lang="ja-JP" altLang="en-US" sz="2400" baseline="-25000" dirty="0"/>
              <a:t>）</a:t>
            </a:r>
            <a:r>
              <a:rPr lang="ja-JP" altLang="en-US" sz="2400" dirty="0"/>
              <a:t>を使用して検証用アプリ「ゴブコパ」を作成し、「ゴブコパ」の画面仕様書を用いて</a:t>
            </a:r>
            <a:r>
              <a:rPr lang="en-US" altLang="ja-JP" sz="2400" dirty="0"/>
              <a:t>Copilot</a:t>
            </a:r>
            <a:r>
              <a:rPr lang="ja-JP" altLang="en-US" sz="2400" dirty="0"/>
              <a:t>エージェントを作成し、</a:t>
            </a:r>
            <a:r>
              <a:rPr lang="en-US" altLang="ja-JP" sz="2400" dirty="0"/>
              <a:t>Copilot</a:t>
            </a:r>
            <a:r>
              <a:rPr lang="ja-JP" altLang="en-US" sz="2400" dirty="0"/>
              <a:t>エージェント</a:t>
            </a:r>
            <a:r>
              <a:rPr lang="ja-JP" altLang="en-US" sz="2400" baseline="-25000" dirty="0"/>
              <a:t>（</a:t>
            </a:r>
            <a:r>
              <a:rPr lang="en-US" altLang="ja-JP" sz="2400" baseline="-25000" dirty="0"/>
              <a:t>※2</a:t>
            </a:r>
            <a:r>
              <a:rPr lang="ja-JP" altLang="en-US" sz="2400" baseline="-25000" dirty="0"/>
              <a:t>）</a:t>
            </a:r>
            <a:r>
              <a:rPr lang="ja-JP" altLang="en-US" sz="2400" dirty="0"/>
              <a:t>の活用方法を検討していく。</a:t>
            </a:r>
            <a:endParaRPr lang="en-US" altLang="ja-JP" sz="2400" dirty="0"/>
          </a:p>
          <a:p>
            <a:pPr marL="0" indent="0">
              <a:buNone/>
            </a:pPr>
            <a:r>
              <a:rPr lang="ja-JP" altLang="en-US" baseline="-25000" dirty="0"/>
              <a:t>（</a:t>
            </a:r>
            <a:r>
              <a:rPr lang="en-US" altLang="ja-JP" baseline="-25000" dirty="0"/>
              <a:t>※1</a:t>
            </a:r>
            <a:r>
              <a:rPr lang="ja-JP" altLang="en-US" baseline="-25000" dirty="0"/>
              <a:t>） </a:t>
            </a:r>
            <a:r>
              <a:rPr lang="en-US" altLang="ja-JP" baseline="-25000" dirty="0"/>
              <a:t>AWS</a:t>
            </a:r>
            <a:r>
              <a:rPr lang="ja-JP" altLang="en-US" baseline="-25000" dirty="0"/>
              <a:t>が提供する</a:t>
            </a:r>
            <a:r>
              <a:rPr lang="en-US" altLang="ja-JP" baseline="-25000" dirty="0"/>
              <a:t>AI</a:t>
            </a:r>
            <a:r>
              <a:rPr lang="ja-JP" altLang="en-US" baseline="-25000" dirty="0"/>
              <a:t>エージェント搭載の統合開発環境で、自然言語から仕様・設計・タスク・コードまでを自動生成する。従来の単純なコード生成と異なり、仕様から実装</a:t>
            </a:r>
            <a:r>
              <a:rPr lang="en-US" altLang="ja-JP" baseline="-25000" dirty="0"/>
              <a:t>(spec</a:t>
            </a:r>
            <a:r>
              <a:rPr lang="ja-JP" altLang="en-US" baseline="-25000" dirty="0"/>
              <a:t>駆動開発</a:t>
            </a:r>
            <a:r>
              <a:rPr lang="en-US" altLang="ja-JP" baseline="-25000" dirty="0"/>
              <a:t>)</a:t>
            </a:r>
            <a:r>
              <a:rPr lang="ja-JP" altLang="en-US" baseline="-25000" dirty="0"/>
              <a:t>までを一貫して支援し、構造化された開発を可能にする。</a:t>
            </a:r>
            <a:endParaRPr lang="en-US" altLang="ja-JP" baseline="-25000" dirty="0"/>
          </a:p>
          <a:p>
            <a:pPr marL="0" indent="0">
              <a:buNone/>
            </a:pPr>
            <a:r>
              <a:rPr lang="ja-JP" altLang="en-US" baseline="-25000" dirty="0"/>
              <a:t>（</a:t>
            </a:r>
            <a:r>
              <a:rPr lang="en-US" altLang="ja-JP" baseline="-25000" dirty="0"/>
              <a:t>※2</a:t>
            </a:r>
            <a:r>
              <a:rPr lang="ja-JP" altLang="en-US" baseline="-25000" dirty="0"/>
              <a:t>）</a:t>
            </a:r>
            <a:r>
              <a:rPr lang="en-US" altLang="ja-JP" baseline="-25000" dirty="0"/>
              <a:t>Microsoft 365 Copilot </a:t>
            </a:r>
            <a:r>
              <a:rPr lang="ja-JP" altLang="en-US" baseline="-25000" dirty="0"/>
              <a:t>の機能を拡張する</a:t>
            </a:r>
            <a:r>
              <a:rPr lang="en-US" altLang="ja-JP" baseline="-25000" dirty="0"/>
              <a:t>AI</a:t>
            </a:r>
            <a:r>
              <a:rPr lang="ja-JP" altLang="en-US" baseline="-25000" dirty="0"/>
              <a:t>エージェントで、組織の知識やデータにアクセスし、特定のタスクを自動化したり、ユーザーに合わせた提案を行ったりするもの。</a:t>
            </a:r>
            <a:endParaRPr kumimoji="1" lang="en-US" altLang="ja-JP" baseline="-25000" dirty="0"/>
          </a:p>
          <a:p>
            <a:pPr marL="0" indent="0">
              <a:buNone/>
            </a:pPr>
            <a:endParaRPr kumimoji="1" lang="en-US" altLang="ja-JP" dirty="0"/>
          </a:p>
          <a:p>
            <a:endParaRPr kumimoji="1" lang="ja-JP" altLang="en-US" dirty="0"/>
          </a:p>
        </p:txBody>
      </p:sp>
    </p:spTree>
    <p:extLst>
      <p:ext uri="{BB962C8B-B14F-4D97-AF65-F5344CB8AC3E}">
        <p14:creationId xmlns:p14="http://schemas.microsoft.com/office/powerpoint/2010/main" val="28542699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0494C3-F547-F7DC-50C2-4BCC074EC052}"/>
              </a:ext>
            </a:extLst>
          </p:cNvPr>
          <p:cNvSpPr>
            <a:spLocks noGrp="1"/>
          </p:cNvSpPr>
          <p:nvPr>
            <p:ph type="title"/>
          </p:nvPr>
        </p:nvSpPr>
        <p:spPr/>
        <p:txBody>
          <a:bodyPr>
            <a:normAutofit/>
          </a:bodyPr>
          <a:lstStyle/>
          <a:p>
            <a:r>
              <a:rPr lang="ja-JP" altLang="en-US" sz="3600" dirty="0"/>
              <a:t>背景・問題意識</a:t>
            </a:r>
            <a:endParaRPr kumimoji="1" lang="ja-JP" altLang="en-US" sz="3600" dirty="0"/>
          </a:p>
        </p:txBody>
      </p:sp>
      <p:sp>
        <p:nvSpPr>
          <p:cNvPr id="3" name="コンテンツ プレースホルダー 2">
            <a:extLst>
              <a:ext uri="{FF2B5EF4-FFF2-40B4-BE49-F238E27FC236}">
                <a16:creationId xmlns:a16="http://schemas.microsoft.com/office/drawing/2014/main" id="{C289F92C-5401-949B-B7BA-DF9FDDE0175F}"/>
              </a:ext>
            </a:extLst>
          </p:cNvPr>
          <p:cNvSpPr>
            <a:spLocks noGrp="1"/>
          </p:cNvSpPr>
          <p:nvPr>
            <p:ph idx="1"/>
          </p:nvPr>
        </p:nvSpPr>
        <p:spPr/>
        <p:txBody>
          <a:bodyPr/>
          <a:lstStyle/>
          <a:p>
            <a:r>
              <a:rPr kumimoji="1" lang="ja-JP" altLang="en-US" sz="2400" dirty="0"/>
              <a:t>既存業務文書の分散管理により、情報検索・利活用の効率が低下している。（フォルダのどこにあるかわからない、システムコード別に権限が割り振られている）</a:t>
            </a:r>
          </a:p>
          <a:p>
            <a:r>
              <a:rPr kumimoji="1" lang="ja-JP" altLang="en-US" sz="2400" dirty="0"/>
              <a:t>業務負荷増大の主因として、文書整理・検索の非効率性が挙げられる。</a:t>
            </a:r>
          </a:p>
          <a:p>
            <a:r>
              <a:rPr kumimoji="1" lang="en-US" altLang="ja-JP" sz="2400" dirty="0"/>
              <a:t>AI</a:t>
            </a:r>
            <a:r>
              <a:rPr kumimoji="1" lang="ja-JP" altLang="en-US" sz="2400" dirty="0"/>
              <a:t>技術の進展により、業務文書の利活用および自動化の機会が増大しているが、現場での具体的活用方法が未確立。</a:t>
            </a:r>
            <a:endParaRPr kumimoji="1" lang="en-US" altLang="ja-JP" sz="2400" dirty="0"/>
          </a:p>
        </p:txBody>
      </p:sp>
    </p:spTree>
    <p:extLst>
      <p:ext uri="{BB962C8B-B14F-4D97-AF65-F5344CB8AC3E}">
        <p14:creationId xmlns:p14="http://schemas.microsoft.com/office/powerpoint/2010/main" val="35133914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BB66B97-9E2A-040D-87F4-54A38FFBAB49}"/>
              </a:ext>
            </a:extLst>
          </p:cNvPr>
          <p:cNvSpPr>
            <a:spLocks noGrp="1"/>
          </p:cNvSpPr>
          <p:nvPr>
            <p:ph type="title"/>
          </p:nvPr>
        </p:nvSpPr>
        <p:spPr/>
        <p:txBody>
          <a:bodyPr>
            <a:normAutofit/>
          </a:bodyPr>
          <a:lstStyle/>
          <a:p>
            <a:r>
              <a:rPr lang="ja-JP" altLang="en-US" sz="3600" dirty="0"/>
              <a:t>活動の目的（</a:t>
            </a:r>
            <a:r>
              <a:rPr lang="en-US" altLang="ja-JP" sz="3600" dirty="0"/>
              <a:t>PoC</a:t>
            </a:r>
            <a:r>
              <a:rPr lang="ja-JP" altLang="en-US" sz="3600" dirty="0"/>
              <a:t>の狙い）</a:t>
            </a:r>
            <a:endParaRPr kumimoji="1" lang="ja-JP" altLang="en-US" sz="3600" dirty="0"/>
          </a:p>
        </p:txBody>
      </p:sp>
      <p:sp>
        <p:nvSpPr>
          <p:cNvPr id="3" name="コンテンツ プレースホルダー 2">
            <a:extLst>
              <a:ext uri="{FF2B5EF4-FFF2-40B4-BE49-F238E27FC236}">
                <a16:creationId xmlns:a16="http://schemas.microsoft.com/office/drawing/2014/main" id="{46508AFF-C9F2-D07E-58C9-B0069DD493F8}"/>
              </a:ext>
            </a:extLst>
          </p:cNvPr>
          <p:cNvSpPr>
            <a:spLocks noGrp="1"/>
          </p:cNvSpPr>
          <p:nvPr>
            <p:ph idx="1"/>
          </p:nvPr>
        </p:nvSpPr>
        <p:spPr/>
        <p:txBody>
          <a:bodyPr>
            <a:normAutofit/>
          </a:bodyPr>
          <a:lstStyle/>
          <a:p>
            <a:r>
              <a:rPr lang="ja-JP" altLang="en-US" sz="2400" dirty="0"/>
              <a:t>業務文書の利活用方針を策定し、</a:t>
            </a:r>
            <a:r>
              <a:rPr lang="en-US" altLang="ja-JP" sz="2400" dirty="0"/>
              <a:t>AI</a:t>
            </a:r>
            <a:r>
              <a:rPr lang="ja-JP" altLang="en-US" sz="2400" dirty="0"/>
              <a:t>を活用した業務効率化の実現性を</a:t>
            </a:r>
            <a:r>
              <a:rPr lang="en-US" altLang="ja-JP" sz="2400" dirty="0"/>
              <a:t>PoC</a:t>
            </a:r>
            <a:r>
              <a:rPr lang="ja-JP" altLang="en-US" sz="2400" dirty="0"/>
              <a:t>により検証する。</a:t>
            </a:r>
          </a:p>
          <a:p>
            <a:r>
              <a:rPr lang="en-US" altLang="ja-JP" sz="2400" dirty="0"/>
              <a:t>SharePoint Online</a:t>
            </a:r>
            <a:r>
              <a:rPr lang="ja-JP" altLang="en-US" sz="2400" dirty="0"/>
              <a:t>（</a:t>
            </a:r>
            <a:r>
              <a:rPr lang="en-US" altLang="ja-JP" sz="2400" dirty="0"/>
              <a:t>SPO</a:t>
            </a:r>
            <a:r>
              <a:rPr lang="ja-JP" altLang="en-US" sz="2400" dirty="0"/>
              <a:t>）と</a:t>
            </a:r>
            <a:r>
              <a:rPr lang="en-US" altLang="ja-JP" sz="2400" dirty="0"/>
              <a:t>M365 Copilot</a:t>
            </a:r>
            <a:r>
              <a:rPr lang="ja-JP" altLang="en-US" sz="2400" dirty="0"/>
              <a:t>の組み合わせによる文書管理・検索を検証する。</a:t>
            </a:r>
            <a:endParaRPr lang="en-US" altLang="ja-JP" sz="2400" dirty="0"/>
          </a:p>
          <a:p>
            <a:r>
              <a:rPr lang="en-US" altLang="ja-JP" sz="2400" dirty="0"/>
              <a:t>Excel</a:t>
            </a:r>
            <a:r>
              <a:rPr lang="ja-JP" altLang="en-US" sz="2400" dirty="0"/>
              <a:t>方眼紙文化が根強いが、一般的に</a:t>
            </a:r>
            <a:r>
              <a:rPr lang="en-US" altLang="ja-JP" sz="2400" dirty="0"/>
              <a:t>AI</a:t>
            </a:r>
            <a:r>
              <a:rPr lang="ja-JP" altLang="en-US" sz="2400" dirty="0"/>
              <a:t>を活用していくには</a:t>
            </a:r>
            <a:r>
              <a:rPr lang="en-US" altLang="ja-JP" sz="2400" dirty="0"/>
              <a:t>Markdown</a:t>
            </a:r>
            <a:r>
              <a:rPr lang="ja-JP" altLang="en-US" sz="2400" dirty="0"/>
              <a:t>などの階層型のテキスト形式が良いといわれている。サブテーマとして、</a:t>
            </a:r>
            <a:r>
              <a:rPr lang="en-US" altLang="ja-JP" sz="2400" dirty="0"/>
              <a:t>AI</a:t>
            </a:r>
            <a:r>
              <a:rPr lang="ja-JP" altLang="en-US" sz="2400" dirty="0"/>
              <a:t>フレンドリーな文書形式を探っていく。</a:t>
            </a:r>
          </a:p>
          <a:p>
            <a:endParaRPr kumimoji="1" lang="ja-JP" altLang="en-US" sz="2400" dirty="0"/>
          </a:p>
        </p:txBody>
      </p:sp>
    </p:spTree>
    <p:extLst>
      <p:ext uri="{BB962C8B-B14F-4D97-AF65-F5344CB8AC3E}">
        <p14:creationId xmlns:p14="http://schemas.microsoft.com/office/powerpoint/2010/main" val="27549740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1BBEC28-465F-6E1D-8344-FD53852A9E57}"/>
              </a:ext>
            </a:extLst>
          </p:cNvPr>
          <p:cNvSpPr>
            <a:spLocks noGrp="1"/>
          </p:cNvSpPr>
          <p:nvPr>
            <p:ph type="title"/>
          </p:nvPr>
        </p:nvSpPr>
        <p:spPr/>
        <p:txBody>
          <a:bodyPr>
            <a:normAutofit/>
          </a:bodyPr>
          <a:lstStyle/>
          <a:p>
            <a:r>
              <a:rPr lang="ja-JP" altLang="en-US" sz="3600" dirty="0"/>
              <a:t>業務課題</a:t>
            </a:r>
            <a:endParaRPr kumimoji="1" lang="ja-JP" altLang="en-US" sz="3600" dirty="0"/>
          </a:p>
        </p:txBody>
      </p:sp>
      <p:sp>
        <p:nvSpPr>
          <p:cNvPr id="3" name="コンテンツ プレースホルダー 2">
            <a:extLst>
              <a:ext uri="{FF2B5EF4-FFF2-40B4-BE49-F238E27FC236}">
                <a16:creationId xmlns:a16="http://schemas.microsoft.com/office/drawing/2014/main" id="{33E6CABC-0B5A-5D8B-9282-EDCAACBF7520}"/>
              </a:ext>
            </a:extLst>
          </p:cNvPr>
          <p:cNvSpPr>
            <a:spLocks noGrp="1"/>
          </p:cNvSpPr>
          <p:nvPr>
            <p:ph idx="1"/>
          </p:nvPr>
        </p:nvSpPr>
        <p:spPr/>
        <p:txBody>
          <a:bodyPr>
            <a:normAutofit/>
          </a:bodyPr>
          <a:lstStyle/>
          <a:p>
            <a:r>
              <a:rPr lang="ja-JP" altLang="en-US" sz="2400" dirty="0"/>
              <a:t>ユーザ照会の効率化</a:t>
            </a:r>
            <a:endParaRPr lang="en-US" altLang="ja-JP" sz="2400" dirty="0"/>
          </a:p>
          <a:p>
            <a:pPr lvl="1"/>
            <a:r>
              <a:rPr lang="ja-JP" altLang="en-US" dirty="0"/>
              <a:t>誤打鍵などのリカバリ打鍵の照会が来ることがあるが、参照文書や前提知識が多く、調査・回答に時間がかかる。</a:t>
            </a:r>
          </a:p>
          <a:p>
            <a:pPr marL="457200" lvl="1" indent="0">
              <a:buNone/>
            </a:pPr>
            <a:r>
              <a:rPr lang="ja-JP" altLang="en-US" dirty="0"/>
              <a:t>→</a:t>
            </a:r>
            <a:r>
              <a:rPr lang="en-US" altLang="ja-JP" dirty="0"/>
              <a:t>Copilot</a:t>
            </a:r>
            <a:r>
              <a:rPr lang="ja-JP" altLang="en-US" dirty="0"/>
              <a:t>エージェントで</a:t>
            </a:r>
            <a:r>
              <a:rPr lang="en-US" altLang="ja-JP" dirty="0"/>
              <a:t>RAG</a:t>
            </a:r>
            <a:r>
              <a:rPr lang="ja-JP" altLang="en-US" dirty="0"/>
              <a:t>構築により解決可能。</a:t>
            </a:r>
            <a:endParaRPr lang="en-US" altLang="ja-JP" dirty="0"/>
          </a:p>
          <a:p>
            <a:pPr marL="457200" lvl="1" indent="0">
              <a:buNone/>
            </a:pPr>
            <a:endParaRPr lang="ja-JP" altLang="en-US" dirty="0"/>
          </a:p>
          <a:p>
            <a:r>
              <a:rPr lang="ja-JP" altLang="en-US" sz="2400" dirty="0"/>
              <a:t>テストデータ作成時のサポート</a:t>
            </a:r>
          </a:p>
          <a:p>
            <a:pPr lvl="1"/>
            <a:r>
              <a:rPr lang="ja-JP" altLang="en-US" dirty="0"/>
              <a:t>結合テスト時、テストデータの作成手順がわからず、調査に時間がかかることが多い。</a:t>
            </a:r>
          </a:p>
          <a:p>
            <a:pPr marL="457200" lvl="1" indent="0">
              <a:buNone/>
            </a:pPr>
            <a:r>
              <a:rPr lang="ja-JP" altLang="en-US" dirty="0"/>
              <a:t>→</a:t>
            </a:r>
            <a:r>
              <a:rPr lang="en-US" altLang="ja-JP" dirty="0"/>
              <a:t>Copilot</a:t>
            </a:r>
            <a:r>
              <a:rPr lang="ja-JP" altLang="en-US" dirty="0"/>
              <a:t>エージェントで画面仕様書を基に</a:t>
            </a:r>
            <a:r>
              <a:rPr lang="en-US" altLang="ja-JP" dirty="0"/>
              <a:t>RAG</a:t>
            </a:r>
            <a:r>
              <a:rPr lang="ja-JP" altLang="en-US" dirty="0"/>
              <a:t>構築し、打鍵手順を提示できれば時間削減につながる。</a:t>
            </a:r>
            <a:endParaRPr kumimoji="1" lang="ja-JP" altLang="en-US" dirty="0"/>
          </a:p>
        </p:txBody>
      </p:sp>
    </p:spTree>
    <p:extLst>
      <p:ext uri="{BB962C8B-B14F-4D97-AF65-F5344CB8AC3E}">
        <p14:creationId xmlns:p14="http://schemas.microsoft.com/office/powerpoint/2010/main" val="31147013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B1CC96-288F-DBC2-C712-F33DE9C02504}"/>
              </a:ext>
            </a:extLst>
          </p:cNvPr>
          <p:cNvSpPr>
            <a:spLocks noGrp="1"/>
          </p:cNvSpPr>
          <p:nvPr>
            <p:ph type="title"/>
          </p:nvPr>
        </p:nvSpPr>
        <p:spPr/>
        <p:txBody>
          <a:bodyPr>
            <a:normAutofit/>
          </a:bodyPr>
          <a:lstStyle/>
          <a:p>
            <a:r>
              <a:rPr lang="ja-JP" altLang="en-US" sz="3600" dirty="0"/>
              <a:t>実施方法（検証プロセス）</a:t>
            </a:r>
            <a:endParaRPr kumimoji="1" lang="ja-JP" altLang="en-US" sz="3600" dirty="0"/>
          </a:p>
        </p:txBody>
      </p:sp>
      <p:sp>
        <p:nvSpPr>
          <p:cNvPr id="3" name="コンテンツ プレースホルダー 2">
            <a:extLst>
              <a:ext uri="{FF2B5EF4-FFF2-40B4-BE49-F238E27FC236}">
                <a16:creationId xmlns:a16="http://schemas.microsoft.com/office/drawing/2014/main" id="{EDF80EE2-1864-A792-0384-15F9BF0E486B}"/>
              </a:ext>
            </a:extLst>
          </p:cNvPr>
          <p:cNvSpPr>
            <a:spLocks noGrp="1"/>
          </p:cNvSpPr>
          <p:nvPr>
            <p:ph idx="1"/>
          </p:nvPr>
        </p:nvSpPr>
        <p:spPr/>
        <p:txBody>
          <a:bodyPr>
            <a:normAutofit/>
          </a:bodyPr>
          <a:lstStyle/>
          <a:p>
            <a:pPr marL="514350" indent="-514350">
              <a:buFont typeface="+mj-lt"/>
              <a:buAutoNum type="arabicPeriod"/>
            </a:pPr>
            <a:r>
              <a:rPr lang="en-US" altLang="ja-JP" sz="2400" dirty="0"/>
              <a:t>Kiro</a:t>
            </a:r>
            <a:r>
              <a:rPr lang="ja-JP" altLang="en-US" sz="2400" dirty="0"/>
              <a:t>による</a:t>
            </a:r>
            <a:r>
              <a:rPr lang="en-US" altLang="ja-JP" sz="2400" dirty="0"/>
              <a:t>spec</a:t>
            </a:r>
            <a:r>
              <a:rPr lang="ja-JP" altLang="en-US" sz="2400" dirty="0"/>
              <a:t>駆動開発</a:t>
            </a:r>
            <a:r>
              <a:rPr lang="ja-JP" altLang="en-US" sz="2400" baseline="-25000" dirty="0"/>
              <a:t>（</a:t>
            </a:r>
            <a:r>
              <a:rPr lang="en-US" altLang="ja-JP" sz="2400" baseline="-25000" dirty="0"/>
              <a:t>※1</a:t>
            </a:r>
            <a:r>
              <a:rPr lang="ja-JP" altLang="en-US" sz="2400" baseline="-25000" dirty="0"/>
              <a:t>）</a:t>
            </a:r>
            <a:r>
              <a:rPr lang="ja-JP" altLang="en-US" sz="2400" dirty="0"/>
              <a:t>を導入し、検証用アプリとシステム文書を同時に作成する。</a:t>
            </a:r>
          </a:p>
          <a:p>
            <a:pPr marL="514350" indent="-514350">
              <a:buFont typeface="+mj-lt"/>
              <a:buAutoNum type="arabicPeriod"/>
            </a:pPr>
            <a:r>
              <a:rPr lang="ja-JP" altLang="en-US" sz="2400" dirty="0"/>
              <a:t>作成した文書を</a:t>
            </a:r>
            <a:r>
              <a:rPr lang="en-US" altLang="ja-JP" sz="2400" dirty="0"/>
              <a:t>SPO</a:t>
            </a:r>
            <a:r>
              <a:rPr lang="ja-JP" altLang="en-US" sz="2400" dirty="0"/>
              <a:t>に格納し、文書を参照する</a:t>
            </a:r>
            <a:r>
              <a:rPr lang="en-US" altLang="ja-JP" sz="2400" dirty="0"/>
              <a:t>Copilot</a:t>
            </a:r>
            <a:r>
              <a:rPr lang="ja-JP" altLang="en-US" sz="2400" dirty="0"/>
              <a:t>エージェントを作成。</a:t>
            </a:r>
          </a:p>
          <a:p>
            <a:pPr marL="514350" indent="-514350">
              <a:buFont typeface="+mj-lt"/>
              <a:buAutoNum type="arabicPeriod"/>
            </a:pPr>
            <a:r>
              <a:rPr lang="en-US" altLang="ja-JP" sz="2400" dirty="0"/>
              <a:t>Copilot</a:t>
            </a:r>
            <a:r>
              <a:rPr lang="ja-JP" altLang="en-US" sz="2400" dirty="0"/>
              <a:t>エージェントを使用し、回答精度を検証。回答どおりの手順で打鍵できるかアプリで検証。</a:t>
            </a:r>
            <a:endParaRPr lang="en-US" altLang="ja-JP" sz="2400" dirty="0"/>
          </a:p>
          <a:p>
            <a:pPr marL="514350" indent="-514350">
              <a:buFont typeface="+mj-lt"/>
              <a:buAutoNum type="arabicPeriod"/>
            </a:pPr>
            <a:endParaRPr lang="en-US" altLang="ja-JP" sz="2400" dirty="0"/>
          </a:p>
          <a:p>
            <a:pPr marL="0" indent="0">
              <a:buNone/>
            </a:pPr>
            <a:r>
              <a:rPr lang="ja-JP" altLang="en-US" sz="2400" baseline="-25000" dirty="0"/>
              <a:t>（</a:t>
            </a:r>
            <a:r>
              <a:rPr lang="en-US" altLang="ja-JP" sz="2400" baseline="-25000" dirty="0"/>
              <a:t>※1</a:t>
            </a:r>
            <a:r>
              <a:rPr lang="ja-JP" altLang="en-US" sz="2400" baseline="-25000" dirty="0"/>
              <a:t>）自然言語で入力した要件をもとに、</a:t>
            </a:r>
            <a:r>
              <a:rPr lang="en-US" altLang="ja-JP" sz="2400" baseline="-25000" dirty="0"/>
              <a:t>AI</a:t>
            </a:r>
            <a:r>
              <a:rPr lang="ja-JP" altLang="en-US" sz="2400" baseline="-25000" dirty="0"/>
              <a:t>が仕様書・設計・タスクを自動生成し、その内容に沿って実装を進める開発手法。コードを直接生成するのではなく、仕様を起点に構造化されたプロセスで開発できるため、保守性や品質の高いソフトウェアを作成可能。</a:t>
            </a:r>
            <a:endParaRPr kumimoji="1" lang="en-US" altLang="ja-JP" sz="2400" dirty="0"/>
          </a:p>
        </p:txBody>
      </p:sp>
    </p:spTree>
    <p:extLst>
      <p:ext uri="{BB962C8B-B14F-4D97-AF65-F5344CB8AC3E}">
        <p14:creationId xmlns:p14="http://schemas.microsoft.com/office/powerpoint/2010/main" val="4047299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35DBBAA-1353-ED3E-C5C7-C611870D4550}"/>
              </a:ext>
            </a:extLst>
          </p:cNvPr>
          <p:cNvSpPr>
            <a:spLocks noGrp="1"/>
          </p:cNvSpPr>
          <p:nvPr>
            <p:ph type="title"/>
          </p:nvPr>
        </p:nvSpPr>
        <p:spPr/>
        <p:txBody>
          <a:bodyPr>
            <a:normAutofit/>
          </a:bodyPr>
          <a:lstStyle/>
          <a:p>
            <a:r>
              <a:rPr kumimoji="1" lang="ja-JP" altLang="en-US" sz="3600" dirty="0"/>
              <a:t>実施結果</a:t>
            </a:r>
          </a:p>
        </p:txBody>
      </p:sp>
      <p:sp>
        <p:nvSpPr>
          <p:cNvPr id="3" name="コンテンツ プレースホルダー 2">
            <a:extLst>
              <a:ext uri="{FF2B5EF4-FFF2-40B4-BE49-F238E27FC236}">
                <a16:creationId xmlns:a16="http://schemas.microsoft.com/office/drawing/2014/main" id="{0E1F3C16-007A-E71A-C5C6-9C1C149135B6}"/>
              </a:ext>
            </a:extLst>
          </p:cNvPr>
          <p:cNvSpPr>
            <a:spLocks noGrp="1"/>
          </p:cNvSpPr>
          <p:nvPr>
            <p:ph idx="1"/>
          </p:nvPr>
        </p:nvSpPr>
        <p:spPr/>
        <p:txBody>
          <a:bodyPr>
            <a:normAutofit/>
          </a:bodyPr>
          <a:lstStyle/>
          <a:p>
            <a:r>
              <a:rPr lang="en-US" altLang="ja-JP" sz="2400" dirty="0"/>
              <a:t>Copilot</a:t>
            </a:r>
            <a:r>
              <a:rPr lang="ja-JP" altLang="en-US" sz="2400" dirty="0"/>
              <a:t>エージェントを使用し、やや複雑なテストデータの作成手順を回答させることに成功。（成果①、②）</a:t>
            </a:r>
            <a:endParaRPr lang="en-US" altLang="ja-JP" sz="2400" dirty="0"/>
          </a:p>
          <a:p>
            <a:r>
              <a:rPr lang="ja-JP" altLang="en-US" sz="2400" dirty="0"/>
              <a:t>何も知らない人に打鍵してもらえばよいかな。。（成果③）</a:t>
            </a:r>
          </a:p>
        </p:txBody>
      </p:sp>
    </p:spTree>
    <p:extLst>
      <p:ext uri="{BB962C8B-B14F-4D97-AF65-F5344CB8AC3E}">
        <p14:creationId xmlns:p14="http://schemas.microsoft.com/office/powerpoint/2010/main" val="1302063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C101A8-BD8F-F1E6-B2B0-65484594BAC3}"/>
              </a:ext>
            </a:extLst>
          </p:cNvPr>
          <p:cNvSpPr>
            <a:spLocks noGrp="1"/>
          </p:cNvSpPr>
          <p:nvPr>
            <p:ph type="title"/>
          </p:nvPr>
        </p:nvSpPr>
        <p:spPr/>
        <p:txBody>
          <a:bodyPr>
            <a:normAutofit/>
          </a:bodyPr>
          <a:lstStyle/>
          <a:p>
            <a:r>
              <a:rPr lang="ja-JP" altLang="en-US" sz="3600" dirty="0"/>
              <a:t>ゴブコパの説明</a:t>
            </a:r>
            <a:endParaRPr kumimoji="1" lang="ja-JP" altLang="en-US" sz="3600" dirty="0"/>
          </a:p>
        </p:txBody>
      </p:sp>
      <p:sp>
        <p:nvSpPr>
          <p:cNvPr id="4" name="コンテンツ プレースホルダー 3">
            <a:extLst>
              <a:ext uri="{FF2B5EF4-FFF2-40B4-BE49-F238E27FC236}">
                <a16:creationId xmlns:a16="http://schemas.microsoft.com/office/drawing/2014/main" id="{6872610E-8658-69C0-BFE1-3303B6190067}"/>
              </a:ext>
            </a:extLst>
          </p:cNvPr>
          <p:cNvSpPr>
            <a:spLocks noGrp="1"/>
          </p:cNvSpPr>
          <p:nvPr>
            <p:ph sz="half" idx="2"/>
          </p:nvPr>
        </p:nvSpPr>
        <p:spPr>
          <a:xfrm>
            <a:off x="839788" y="1690688"/>
            <a:ext cx="5157787" cy="4498975"/>
          </a:xfrm>
        </p:spPr>
        <p:txBody>
          <a:bodyPr>
            <a:normAutofit fontScale="92500"/>
          </a:bodyPr>
          <a:lstStyle/>
          <a:p>
            <a:pPr marL="0" indent="0">
              <a:buNone/>
            </a:pPr>
            <a:r>
              <a:rPr lang="ja-JP" altLang="en-US" sz="2600" dirty="0"/>
              <a:t>■ システム概要</a:t>
            </a:r>
          </a:p>
          <a:p>
            <a:r>
              <a:rPr lang="ja-JP" altLang="en-US" sz="2100" dirty="0"/>
              <a:t>金融系業務アプリケーション「ゴブコパ」</a:t>
            </a:r>
          </a:p>
          <a:p>
            <a:r>
              <a:rPr lang="ja-JP" altLang="en-US" sz="2100" dirty="0"/>
              <a:t>顧客管理・口座管理・取引処理を統合した業務支援システム</a:t>
            </a:r>
          </a:p>
          <a:p>
            <a:r>
              <a:rPr lang="ja-JP" altLang="en-US" sz="2100" dirty="0"/>
              <a:t>画面単位で詳細な仕様書を管理（ログイン／顧客／口座／取引 など）</a:t>
            </a:r>
          </a:p>
          <a:p>
            <a:pPr marL="0" indent="0">
              <a:buNone/>
            </a:pPr>
            <a:endParaRPr lang="ja-JP" altLang="en-US" dirty="0"/>
          </a:p>
          <a:p>
            <a:pPr marL="0" indent="0">
              <a:buNone/>
            </a:pPr>
            <a:r>
              <a:rPr lang="ja-JP" altLang="en-US" sz="2600" dirty="0"/>
              <a:t>■ 主な機能</a:t>
            </a:r>
          </a:p>
          <a:p>
            <a:r>
              <a:rPr lang="ja-JP" altLang="en-US" sz="2100" dirty="0"/>
              <a:t>顧客管理：一覧、詳細、作成、編集</a:t>
            </a:r>
          </a:p>
          <a:p>
            <a:r>
              <a:rPr lang="ja-JP" altLang="en-US" sz="2100" dirty="0"/>
              <a:t>口座管理：一覧、詳細、作成、編集</a:t>
            </a:r>
          </a:p>
          <a:p>
            <a:r>
              <a:rPr lang="ja-JP" altLang="en-US" sz="2100" dirty="0"/>
              <a:t>取引管理：入力 → 確認 → 検証 → 最終確定 → 履歴</a:t>
            </a:r>
            <a:endParaRPr kumimoji="1" lang="ja-JP" altLang="en-US" sz="2100" dirty="0"/>
          </a:p>
        </p:txBody>
      </p:sp>
      <p:sp>
        <p:nvSpPr>
          <p:cNvPr id="6" name="コンテンツ プレースホルダー 5">
            <a:extLst>
              <a:ext uri="{FF2B5EF4-FFF2-40B4-BE49-F238E27FC236}">
                <a16:creationId xmlns:a16="http://schemas.microsoft.com/office/drawing/2014/main" id="{CE7AD3F6-D81A-EC15-B963-0F56E8969B6E}"/>
              </a:ext>
            </a:extLst>
          </p:cNvPr>
          <p:cNvSpPr>
            <a:spLocks noGrp="1"/>
          </p:cNvSpPr>
          <p:nvPr>
            <p:ph sz="quarter" idx="4"/>
          </p:nvPr>
        </p:nvSpPr>
        <p:spPr>
          <a:xfrm>
            <a:off x="6172200" y="1690688"/>
            <a:ext cx="5183188" cy="4498975"/>
          </a:xfrm>
        </p:spPr>
        <p:txBody>
          <a:bodyPr>
            <a:normAutofit fontScale="92500"/>
          </a:bodyPr>
          <a:lstStyle/>
          <a:p>
            <a:pPr marL="0" indent="0">
              <a:buNone/>
            </a:pPr>
            <a:r>
              <a:rPr lang="ja-JP" altLang="en-US" sz="2600" dirty="0"/>
              <a:t>■ 画面仕様の特徴</a:t>
            </a:r>
          </a:p>
          <a:p>
            <a:r>
              <a:rPr lang="ja-JP" altLang="en-US" sz="2100" dirty="0"/>
              <a:t>画面</a:t>
            </a:r>
            <a:r>
              <a:rPr lang="en-US" altLang="ja-JP" sz="2100" dirty="0"/>
              <a:t>ID</a:t>
            </a:r>
            <a:r>
              <a:rPr lang="ja-JP" altLang="en-US" sz="2100" dirty="0"/>
              <a:t>・</a:t>
            </a:r>
            <a:r>
              <a:rPr lang="en-US" altLang="ja-JP" sz="2100" dirty="0"/>
              <a:t>URL</a:t>
            </a:r>
            <a:r>
              <a:rPr lang="ja-JP" altLang="en-US" sz="2100" dirty="0"/>
              <a:t>・アクセス権限を明確化</a:t>
            </a:r>
          </a:p>
          <a:p>
            <a:r>
              <a:rPr lang="en-US" altLang="ja-JP" sz="2100" dirty="0"/>
              <a:t>DB</a:t>
            </a:r>
            <a:r>
              <a:rPr lang="ja-JP" altLang="en-US" sz="2100" dirty="0"/>
              <a:t>テーブルとの対応、バリデーション、イベント処理、画面遷移を定義</a:t>
            </a:r>
          </a:p>
          <a:p>
            <a:pPr marL="0" indent="0">
              <a:buNone/>
            </a:pPr>
            <a:endParaRPr lang="ja-JP" altLang="en-US" dirty="0"/>
          </a:p>
          <a:p>
            <a:pPr marL="0" indent="0">
              <a:buNone/>
            </a:pPr>
            <a:endParaRPr lang="ja-JP" altLang="en-US" dirty="0"/>
          </a:p>
          <a:p>
            <a:pPr marL="0" indent="0">
              <a:buNone/>
            </a:pPr>
            <a:r>
              <a:rPr lang="ja-JP" altLang="en-US" sz="2600" dirty="0"/>
              <a:t>■ 権限体系</a:t>
            </a:r>
          </a:p>
          <a:p>
            <a:r>
              <a:rPr lang="ja-JP" altLang="en-US" sz="1900" dirty="0"/>
              <a:t>一般行員：管理者専用画面以外を利用可能（取引最終確定は不可）</a:t>
            </a:r>
          </a:p>
          <a:p>
            <a:r>
              <a:rPr lang="ja-JP" altLang="en-US" sz="1900" dirty="0"/>
              <a:t>管理者：全画面アクセス可能、取引確定・ユーザー管理など追加権限</a:t>
            </a:r>
            <a:endParaRPr kumimoji="1" lang="ja-JP" altLang="en-US" sz="1900" dirty="0"/>
          </a:p>
        </p:txBody>
      </p:sp>
    </p:spTree>
    <p:extLst>
      <p:ext uri="{BB962C8B-B14F-4D97-AF65-F5344CB8AC3E}">
        <p14:creationId xmlns:p14="http://schemas.microsoft.com/office/powerpoint/2010/main" val="13018963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3F30F90-B934-9B25-CDA9-96B5CB26C15F}"/>
              </a:ext>
            </a:extLst>
          </p:cNvPr>
          <p:cNvSpPr>
            <a:spLocks noGrp="1"/>
          </p:cNvSpPr>
          <p:nvPr>
            <p:ph type="title"/>
          </p:nvPr>
        </p:nvSpPr>
        <p:spPr/>
        <p:txBody>
          <a:bodyPr>
            <a:normAutofit/>
          </a:bodyPr>
          <a:lstStyle/>
          <a:p>
            <a:r>
              <a:rPr lang="ja-JP" altLang="en-US" sz="3600" dirty="0"/>
              <a:t>成果①：振込完了までの打鍵手順</a:t>
            </a:r>
            <a:endParaRPr kumimoji="1" lang="ja-JP" altLang="en-US" sz="3600" dirty="0"/>
          </a:p>
        </p:txBody>
      </p:sp>
      <p:sp>
        <p:nvSpPr>
          <p:cNvPr id="3" name="コンテンツ プレースホルダー 2">
            <a:extLst>
              <a:ext uri="{FF2B5EF4-FFF2-40B4-BE49-F238E27FC236}">
                <a16:creationId xmlns:a16="http://schemas.microsoft.com/office/drawing/2014/main" id="{9935E9E1-6666-66D4-D924-C3D77AD5FF49}"/>
              </a:ext>
            </a:extLst>
          </p:cNvPr>
          <p:cNvSpPr>
            <a:spLocks noGrp="1"/>
          </p:cNvSpPr>
          <p:nvPr>
            <p:ph idx="1"/>
          </p:nvPr>
        </p:nvSpPr>
        <p:spPr/>
        <p:txBody>
          <a:bodyPr>
            <a:normAutofit/>
          </a:bodyPr>
          <a:lstStyle/>
          <a:p>
            <a:r>
              <a:rPr kumimoji="1" lang="ja-JP" altLang="en-US" sz="2400" dirty="0"/>
              <a:t>シナリオ：</a:t>
            </a:r>
            <a:r>
              <a:rPr lang="ja-JP" altLang="en-US" sz="2400" dirty="0"/>
              <a:t>振込完了までの打鍵手順を知りたいとき</a:t>
            </a:r>
            <a:endParaRPr lang="en-US" altLang="ja-JP" sz="2400" dirty="0"/>
          </a:p>
          <a:p>
            <a:r>
              <a:rPr lang="ja-JP" altLang="en-US" sz="2400" dirty="0"/>
              <a:t>意図：振込完了までに</a:t>
            </a:r>
            <a:r>
              <a:rPr lang="en-US" altLang="ja-JP" sz="2400" dirty="0"/>
              <a:t>2</a:t>
            </a:r>
            <a:r>
              <a:rPr lang="ja-JP" altLang="en-US" sz="2400" dirty="0"/>
              <a:t>回承認（別担当者と管理者）が必要となるので、そこまで教えてくれるか確かめる。</a:t>
            </a:r>
            <a:endParaRPr lang="en-US" altLang="ja-JP" sz="2400" dirty="0"/>
          </a:p>
          <a:p>
            <a:endParaRPr lang="en-US" altLang="ja-JP" sz="2400" dirty="0"/>
          </a:p>
        </p:txBody>
      </p:sp>
      <p:pic>
        <p:nvPicPr>
          <p:cNvPr id="5" name="図 4" descr="ダイアグラム, 設計図&#10;&#10;AI 生成コンテンツは誤りを含む可能性があります。">
            <a:extLst>
              <a:ext uri="{FF2B5EF4-FFF2-40B4-BE49-F238E27FC236}">
                <a16:creationId xmlns:a16="http://schemas.microsoft.com/office/drawing/2014/main" id="{A5D729A4-0AEA-C321-8864-6B115CD9C9A6}"/>
              </a:ext>
            </a:extLst>
          </p:cNvPr>
          <p:cNvPicPr>
            <a:picLocks noChangeAspect="1"/>
          </p:cNvPicPr>
          <p:nvPr/>
        </p:nvPicPr>
        <p:blipFill>
          <a:blip r:embed="rId2"/>
          <a:stretch>
            <a:fillRect/>
          </a:stretch>
        </p:blipFill>
        <p:spPr>
          <a:xfrm>
            <a:off x="838200" y="3429000"/>
            <a:ext cx="6208512" cy="2582740"/>
          </a:xfrm>
          <a:prstGeom prst="rect">
            <a:avLst/>
          </a:prstGeom>
          <a:ln>
            <a:noFill/>
          </a:ln>
          <a:effectLst>
            <a:outerShdw blurRad="292100" dist="139700" dir="2700000" algn="tl" rotWithShape="0">
              <a:srgbClr val="333333">
                <a:alpha val="65000"/>
              </a:srgbClr>
            </a:outerShdw>
          </a:effectLst>
        </p:spPr>
      </p:pic>
      <p:sp>
        <p:nvSpPr>
          <p:cNvPr id="6" name="正方形/長方形 5">
            <a:extLst>
              <a:ext uri="{FF2B5EF4-FFF2-40B4-BE49-F238E27FC236}">
                <a16:creationId xmlns:a16="http://schemas.microsoft.com/office/drawing/2014/main" id="{5F2BE3F4-C161-58F7-F1A0-723C07DCF764}"/>
              </a:ext>
            </a:extLst>
          </p:cNvPr>
          <p:cNvSpPr/>
          <p:nvPr/>
        </p:nvSpPr>
        <p:spPr>
          <a:xfrm>
            <a:off x="1132114" y="4978400"/>
            <a:ext cx="5704115" cy="769257"/>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吹き出し: 四角形 6">
            <a:extLst>
              <a:ext uri="{FF2B5EF4-FFF2-40B4-BE49-F238E27FC236}">
                <a16:creationId xmlns:a16="http://schemas.microsoft.com/office/drawing/2014/main" id="{59E9FE76-D7F6-0127-9FDA-2887764BD8BD}"/>
              </a:ext>
            </a:extLst>
          </p:cNvPr>
          <p:cNvSpPr/>
          <p:nvPr/>
        </p:nvSpPr>
        <p:spPr>
          <a:xfrm>
            <a:off x="7130143" y="4612594"/>
            <a:ext cx="2394858" cy="750434"/>
          </a:xfrm>
          <a:prstGeom prst="wedgeRectCallout">
            <a:avLst>
              <a:gd name="adj1" fmla="val -65474"/>
              <a:gd name="adj2" fmla="val 32024"/>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ja-JP" altLang="en-US" dirty="0"/>
              <a:t>ここ</a:t>
            </a:r>
            <a:r>
              <a:rPr kumimoji="1" lang="ja-JP" altLang="en-US" dirty="0"/>
              <a:t>の検証</a:t>
            </a:r>
          </a:p>
        </p:txBody>
      </p:sp>
    </p:spTree>
    <p:extLst>
      <p:ext uri="{BB962C8B-B14F-4D97-AF65-F5344CB8AC3E}">
        <p14:creationId xmlns:p14="http://schemas.microsoft.com/office/powerpoint/2010/main" val="13111744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4ABC65-D72E-61C1-91CD-9DF57C4A907D}"/>
              </a:ext>
            </a:extLst>
          </p:cNvPr>
          <p:cNvSpPr>
            <a:spLocks noGrp="1"/>
          </p:cNvSpPr>
          <p:nvPr>
            <p:ph type="title"/>
          </p:nvPr>
        </p:nvSpPr>
        <p:spPr/>
        <p:txBody>
          <a:bodyPr>
            <a:normAutofit/>
          </a:bodyPr>
          <a:lstStyle/>
          <a:p>
            <a:r>
              <a:rPr lang="ja-JP" altLang="en-US" sz="3600" dirty="0"/>
              <a:t>成果①：振込完了までの打鍵手順</a:t>
            </a:r>
            <a:endParaRPr kumimoji="1" lang="ja-JP" altLang="en-US" sz="3600" dirty="0"/>
          </a:p>
        </p:txBody>
      </p:sp>
      <p:sp>
        <p:nvSpPr>
          <p:cNvPr id="3" name="コンテンツ プレースホルダー 2">
            <a:extLst>
              <a:ext uri="{FF2B5EF4-FFF2-40B4-BE49-F238E27FC236}">
                <a16:creationId xmlns:a16="http://schemas.microsoft.com/office/drawing/2014/main" id="{56C8C09F-E204-530B-2489-568CB6507A0D}"/>
              </a:ext>
            </a:extLst>
          </p:cNvPr>
          <p:cNvSpPr>
            <a:spLocks noGrp="1"/>
          </p:cNvSpPr>
          <p:nvPr>
            <p:ph idx="1"/>
          </p:nvPr>
        </p:nvSpPr>
        <p:spPr/>
        <p:txBody>
          <a:bodyPr>
            <a:noAutofit/>
          </a:bodyPr>
          <a:lstStyle/>
          <a:p>
            <a:pPr marL="0" indent="0">
              <a:buNone/>
            </a:pPr>
            <a:r>
              <a:rPr kumimoji="1" lang="ja-JP" altLang="en-US" sz="2400" dirty="0"/>
              <a:t>プロンプト</a:t>
            </a:r>
            <a:endParaRPr lang="en-US" altLang="ja-JP" sz="2400" dirty="0"/>
          </a:p>
          <a:p>
            <a:pPr marL="457200" lvl="1" indent="0">
              <a:buNone/>
            </a:pPr>
            <a:r>
              <a:rPr lang="ja-JP" altLang="en-US" dirty="0"/>
              <a:t>振込完了までの打鍵シナリオを教えてください。</a:t>
            </a:r>
            <a:endParaRPr lang="en-US" altLang="ja-JP" dirty="0"/>
          </a:p>
          <a:p>
            <a:pPr marL="457200" lvl="1" indent="0">
              <a:buNone/>
            </a:pPr>
            <a:r>
              <a:rPr lang="en-US" altLang="ja-JP" dirty="0"/>
              <a:t>#</a:t>
            </a:r>
            <a:r>
              <a:rPr lang="ja-JP" altLang="en-US" dirty="0"/>
              <a:t>前提条件・口座は作成済みです。</a:t>
            </a:r>
            <a:br>
              <a:rPr lang="ja-JP" altLang="en-US" dirty="0"/>
            </a:br>
            <a:endParaRPr kumimoji="1" lang="en-US" altLang="ja-JP" dirty="0"/>
          </a:p>
          <a:p>
            <a:pPr marL="0" indent="0">
              <a:buNone/>
            </a:pPr>
            <a:endParaRPr kumimoji="1" lang="en-US" altLang="ja-JP" sz="2400" dirty="0"/>
          </a:p>
          <a:p>
            <a:pPr marL="0" indent="0">
              <a:buNone/>
            </a:pPr>
            <a:endParaRPr kumimoji="1" lang="ja-JP" altLang="en-US" sz="2400" dirty="0"/>
          </a:p>
        </p:txBody>
      </p:sp>
    </p:spTree>
    <p:extLst>
      <p:ext uri="{BB962C8B-B14F-4D97-AF65-F5344CB8AC3E}">
        <p14:creationId xmlns:p14="http://schemas.microsoft.com/office/powerpoint/2010/main" val="27748598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FDE5F-6587-F37E-201A-EBE22D3470F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9228AF0-322A-77B1-76FC-E359E46B4B1C}"/>
              </a:ext>
            </a:extLst>
          </p:cNvPr>
          <p:cNvSpPr>
            <a:spLocks noGrp="1"/>
          </p:cNvSpPr>
          <p:nvPr>
            <p:ph type="title"/>
          </p:nvPr>
        </p:nvSpPr>
        <p:spPr/>
        <p:txBody>
          <a:bodyPr>
            <a:normAutofit/>
          </a:bodyPr>
          <a:lstStyle/>
          <a:p>
            <a:r>
              <a:rPr lang="ja-JP" altLang="en-US" sz="3600" dirty="0"/>
              <a:t>成果①：振込完了までの打鍵手順</a:t>
            </a:r>
            <a:endParaRPr kumimoji="1" lang="ja-JP" altLang="en-US" sz="3600" dirty="0"/>
          </a:p>
        </p:txBody>
      </p:sp>
      <p:sp>
        <p:nvSpPr>
          <p:cNvPr id="3" name="コンテンツ プレースホルダー 2">
            <a:extLst>
              <a:ext uri="{FF2B5EF4-FFF2-40B4-BE49-F238E27FC236}">
                <a16:creationId xmlns:a16="http://schemas.microsoft.com/office/drawing/2014/main" id="{F6A3DD01-3075-85AF-1BCC-673CC684F537}"/>
              </a:ext>
            </a:extLst>
          </p:cNvPr>
          <p:cNvSpPr>
            <a:spLocks noGrp="1"/>
          </p:cNvSpPr>
          <p:nvPr>
            <p:ph idx="1"/>
          </p:nvPr>
        </p:nvSpPr>
        <p:spPr/>
        <p:txBody>
          <a:bodyPr>
            <a:noAutofit/>
          </a:bodyPr>
          <a:lstStyle/>
          <a:p>
            <a:pPr marL="0" indent="0">
              <a:buNone/>
            </a:pPr>
            <a:r>
              <a:rPr lang="ja-JP" altLang="en-US" sz="2400" dirty="0"/>
              <a:t>結果：画面ピクチャは</a:t>
            </a:r>
            <a:r>
              <a:rPr lang="en-US" altLang="ja-JP" sz="2400" dirty="0"/>
              <a:t>PDF</a:t>
            </a:r>
            <a:r>
              <a:rPr lang="ja-JP" altLang="en-US" sz="2400" dirty="0"/>
              <a:t>参照</a:t>
            </a:r>
            <a:endParaRPr lang="en-US" altLang="ja-JP" sz="2400" dirty="0"/>
          </a:p>
          <a:p>
            <a:pPr marL="457200" lvl="1" indent="0">
              <a:buNone/>
            </a:pPr>
            <a:r>
              <a:rPr lang="en-US" altLang="ja-JP" dirty="0"/>
              <a:t>&lt;</a:t>
            </a:r>
            <a:r>
              <a:rPr lang="ja-JP" altLang="en-US" dirty="0"/>
              <a:t>できたこと</a:t>
            </a:r>
            <a:r>
              <a:rPr lang="en-US" altLang="ja-JP" dirty="0"/>
              <a:t>&gt;</a:t>
            </a:r>
          </a:p>
          <a:p>
            <a:pPr lvl="1"/>
            <a:r>
              <a:rPr lang="ja-JP" altLang="en-US" dirty="0"/>
              <a:t>「担当者による入力→別担当者による確認→管理者による最終承認」という、アプリ独自の仕様に基づいてた回答を得ることができた。</a:t>
            </a:r>
            <a:endParaRPr lang="en-US" altLang="ja-JP" dirty="0"/>
          </a:p>
          <a:p>
            <a:pPr lvl="1"/>
            <a:r>
              <a:rPr lang="en-US" altLang="ja-JP" dirty="0"/>
              <a:t>Mermaid</a:t>
            </a:r>
            <a:r>
              <a:rPr lang="ja-JP" altLang="en-US" dirty="0"/>
              <a:t>記法で図示した回答を得ることができた。</a:t>
            </a:r>
            <a:endParaRPr lang="en-US" altLang="ja-JP" dirty="0"/>
          </a:p>
          <a:p>
            <a:pPr lvl="1"/>
            <a:r>
              <a:rPr lang="ja-JP" altLang="en-US" dirty="0"/>
              <a:t>ファイル内の行単位で、根拠を示してくれた。</a:t>
            </a:r>
            <a:endParaRPr lang="en-US" altLang="ja-JP" dirty="0"/>
          </a:p>
          <a:p>
            <a:pPr lvl="1"/>
            <a:endParaRPr lang="en-US" altLang="ja-JP" dirty="0"/>
          </a:p>
          <a:p>
            <a:pPr marL="457200" lvl="1" indent="0">
              <a:buNone/>
            </a:pPr>
            <a:r>
              <a:rPr lang="en-US" altLang="ja-JP" dirty="0"/>
              <a:t>&lt;</a:t>
            </a:r>
            <a:r>
              <a:rPr lang="ja-JP" altLang="en-US" dirty="0"/>
              <a:t>できなかったこと</a:t>
            </a:r>
            <a:r>
              <a:rPr lang="en-US" altLang="ja-JP" dirty="0"/>
              <a:t>&gt;</a:t>
            </a:r>
          </a:p>
          <a:p>
            <a:pPr lvl="1"/>
            <a:r>
              <a:rPr lang="ja-JP" altLang="en-US" dirty="0"/>
              <a:t>アプリ内の表示文言ではなく、コード内の変数名で答えられることがあった。</a:t>
            </a:r>
            <a:endParaRPr lang="en-US" altLang="ja-JP" dirty="0"/>
          </a:p>
          <a:p>
            <a:pPr marL="457200" lvl="1" indent="0">
              <a:buNone/>
            </a:pPr>
            <a:br>
              <a:rPr lang="ja-JP" altLang="en-US" dirty="0"/>
            </a:br>
            <a:endParaRPr kumimoji="1" lang="en-US" altLang="ja-JP" dirty="0"/>
          </a:p>
          <a:p>
            <a:pPr marL="0" indent="0">
              <a:buNone/>
            </a:pPr>
            <a:endParaRPr kumimoji="1" lang="en-US" altLang="ja-JP" sz="2400" dirty="0"/>
          </a:p>
          <a:p>
            <a:pPr marL="0" indent="0">
              <a:buNone/>
            </a:pPr>
            <a:endParaRPr kumimoji="1" lang="ja-JP" altLang="en-US" sz="2400" dirty="0"/>
          </a:p>
        </p:txBody>
      </p:sp>
    </p:spTree>
    <p:extLst>
      <p:ext uri="{BB962C8B-B14F-4D97-AF65-F5344CB8AC3E}">
        <p14:creationId xmlns:p14="http://schemas.microsoft.com/office/powerpoint/2010/main" val="27266280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062928-69E4-7030-0F54-6AB54809298F}"/>
              </a:ext>
            </a:extLst>
          </p:cNvPr>
          <p:cNvSpPr>
            <a:spLocks noGrp="1"/>
          </p:cNvSpPr>
          <p:nvPr>
            <p:ph type="title"/>
          </p:nvPr>
        </p:nvSpPr>
        <p:spPr/>
        <p:txBody>
          <a:bodyPr>
            <a:normAutofit/>
          </a:bodyPr>
          <a:lstStyle/>
          <a:p>
            <a:r>
              <a:rPr lang="ja-JP" altLang="en-US" sz="3600" dirty="0"/>
              <a:t>成果②：口座残高</a:t>
            </a:r>
            <a:r>
              <a:rPr lang="en-US" altLang="ja-JP" sz="3600" dirty="0"/>
              <a:t>0</a:t>
            </a:r>
            <a:r>
              <a:rPr lang="ja-JP" altLang="en-US" sz="3600" dirty="0"/>
              <a:t>円のテストデータ作成方法</a:t>
            </a:r>
            <a:endParaRPr kumimoji="1" lang="ja-JP" altLang="en-US" sz="3600" dirty="0"/>
          </a:p>
        </p:txBody>
      </p:sp>
      <p:sp>
        <p:nvSpPr>
          <p:cNvPr id="3" name="コンテンツ プレースホルダー 2">
            <a:extLst>
              <a:ext uri="{FF2B5EF4-FFF2-40B4-BE49-F238E27FC236}">
                <a16:creationId xmlns:a16="http://schemas.microsoft.com/office/drawing/2014/main" id="{5AF8F94E-980A-B1C2-A14D-7AFBB9A5D5E5}"/>
              </a:ext>
            </a:extLst>
          </p:cNvPr>
          <p:cNvSpPr>
            <a:spLocks noGrp="1"/>
          </p:cNvSpPr>
          <p:nvPr>
            <p:ph idx="1"/>
          </p:nvPr>
        </p:nvSpPr>
        <p:spPr/>
        <p:txBody>
          <a:bodyPr/>
          <a:lstStyle/>
          <a:p>
            <a:r>
              <a:rPr lang="ja-JP" altLang="en-US" dirty="0"/>
              <a:t>シナリオ：口座残高</a:t>
            </a:r>
            <a:r>
              <a:rPr lang="en-US" altLang="ja-JP" dirty="0"/>
              <a:t>0</a:t>
            </a:r>
            <a:r>
              <a:rPr lang="ja-JP" altLang="en-US" dirty="0"/>
              <a:t>円のテストデータ作成方法を知りたいとき</a:t>
            </a:r>
            <a:endParaRPr lang="en-US" altLang="ja-JP" dirty="0"/>
          </a:p>
          <a:p>
            <a:r>
              <a:rPr lang="ja-JP" altLang="en-US" dirty="0"/>
              <a:t>意図：口座作成時は</a:t>
            </a:r>
            <a:r>
              <a:rPr lang="en-US" altLang="ja-JP" dirty="0"/>
              <a:t>1</a:t>
            </a:r>
            <a:r>
              <a:rPr lang="ja-JP" altLang="en-US" dirty="0"/>
              <a:t>円以上残高がある状態でしか作成できない。</a:t>
            </a:r>
            <a:r>
              <a:rPr lang="en-US" altLang="ja-JP" dirty="0"/>
              <a:t>1</a:t>
            </a:r>
            <a:r>
              <a:rPr lang="ja-JP" altLang="en-US" dirty="0"/>
              <a:t>円以上で口座を作成し、残高を振込等で</a:t>
            </a:r>
            <a:r>
              <a:rPr lang="en-US" altLang="ja-JP" dirty="0"/>
              <a:t>0</a:t>
            </a:r>
            <a:r>
              <a:rPr lang="ja-JP" altLang="en-US" dirty="0"/>
              <a:t>円にする正規打鍵でテストデータを作成できるかを実験。</a:t>
            </a:r>
            <a:endParaRPr lang="en-US" altLang="ja-JP" dirty="0"/>
          </a:p>
          <a:p>
            <a:pPr marL="0" indent="0">
              <a:buNone/>
            </a:pPr>
            <a:endParaRPr kumimoji="1" lang="ja-JP" altLang="en-US" dirty="0"/>
          </a:p>
        </p:txBody>
      </p:sp>
    </p:spTree>
    <p:extLst>
      <p:ext uri="{BB962C8B-B14F-4D97-AF65-F5344CB8AC3E}">
        <p14:creationId xmlns:p14="http://schemas.microsoft.com/office/powerpoint/2010/main" val="26427509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9703C55-115D-0E53-0782-B2A0A7794400}"/>
              </a:ext>
            </a:extLst>
          </p:cNvPr>
          <p:cNvSpPr>
            <a:spLocks noGrp="1"/>
          </p:cNvSpPr>
          <p:nvPr>
            <p:ph type="title"/>
          </p:nvPr>
        </p:nvSpPr>
        <p:spPr/>
        <p:txBody>
          <a:bodyPr>
            <a:normAutofit/>
          </a:bodyPr>
          <a:lstStyle/>
          <a:p>
            <a:r>
              <a:rPr lang="ja-JP" altLang="en-US" sz="3600" dirty="0"/>
              <a:t>成果②：口座残高</a:t>
            </a:r>
            <a:r>
              <a:rPr lang="en-US" altLang="ja-JP" sz="3600" dirty="0"/>
              <a:t>0</a:t>
            </a:r>
            <a:r>
              <a:rPr lang="ja-JP" altLang="en-US" sz="3600" dirty="0"/>
              <a:t>円のテストデータ作成方法</a:t>
            </a:r>
            <a:endParaRPr kumimoji="1" lang="ja-JP" altLang="en-US" sz="3600" dirty="0"/>
          </a:p>
        </p:txBody>
      </p:sp>
      <p:sp>
        <p:nvSpPr>
          <p:cNvPr id="3" name="コンテンツ プレースホルダー 2">
            <a:extLst>
              <a:ext uri="{FF2B5EF4-FFF2-40B4-BE49-F238E27FC236}">
                <a16:creationId xmlns:a16="http://schemas.microsoft.com/office/drawing/2014/main" id="{55421121-90F9-DBC3-C348-3E9D04459C23}"/>
              </a:ext>
            </a:extLst>
          </p:cNvPr>
          <p:cNvSpPr>
            <a:spLocks noGrp="1"/>
          </p:cNvSpPr>
          <p:nvPr>
            <p:ph idx="1"/>
          </p:nvPr>
        </p:nvSpPr>
        <p:spPr/>
        <p:txBody>
          <a:bodyPr/>
          <a:lstStyle/>
          <a:p>
            <a:pPr marL="0" indent="0">
              <a:buNone/>
            </a:pPr>
            <a:r>
              <a:rPr lang="ja-JP" altLang="en-US" sz="2400" dirty="0"/>
              <a:t>プロンプト</a:t>
            </a:r>
            <a:endParaRPr lang="en-US" altLang="ja-JP" sz="2400" dirty="0"/>
          </a:p>
          <a:p>
            <a:pPr marL="457200" lvl="1" indent="0">
              <a:buNone/>
            </a:pPr>
            <a:r>
              <a:rPr lang="ja-JP" altLang="en-US" dirty="0"/>
              <a:t>口座残高 </a:t>
            </a:r>
            <a:r>
              <a:rPr lang="en-US" altLang="ja-JP" dirty="0"/>
              <a:t>0 </a:t>
            </a:r>
            <a:r>
              <a:rPr lang="ja-JP" altLang="en-US" dirty="0"/>
              <a:t>のテストデータを打鍵で作成したいです。</a:t>
            </a:r>
            <a:endParaRPr lang="en-US" altLang="ja-JP" dirty="0"/>
          </a:p>
          <a:p>
            <a:pPr marL="457200" lvl="1" indent="0">
              <a:buNone/>
            </a:pPr>
            <a:r>
              <a:rPr lang="ja-JP" altLang="en-US" dirty="0"/>
              <a:t>打鍵手順を教えてください。</a:t>
            </a:r>
            <a:endParaRPr lang="en-US" altLang="ja-JP" dirty="0"/>
          </a:p>
          <a:p>
            <a:pPr marL="457200" lvl="1" indent="0">
              <a:buNone/>
            </a:pPr>
            <a:r>
              <a:rPr lang="en-US" altLang="ja-JP" dirty="0"/>
              <a:t>#</a:t>
            </a:r>
            <a:r>
              <a:rPr lang="ja-JP" altLang="en-US" dirty="0"/>
              <a:t>前提条件 </a:t>
            </a:r>
            <a:endParaRPr lang="en-US" altLang="ja-JP" dirty="0"/>
          </a:p>
          <a:p>
            <a:pPr marL="457200" lvl="1" indent="0">
              <a:buNone/>
            </a:pPr>
            <a:r>
              <a:rPr lang="ja-JP" altLang="en-US" dirty="0"/>
              <a:t>顧客作成は済んでおり、口座は未作成です。</a:t>
            </a:r>
            <a:br>
              <a:rPr lang="ja-JP" altLang="en-US" dirty="0"/>
            </a:br>
            <a:endParaRPr lang="en-US" altLang="ja-JP" dirty="0"/>
          </a:p>
          <a:p>
            <a:pPr marL="0" indent="0">
              <a:buNone/>
            </a:pPr>
            <a:endParaRPr lang="en-US" altLang="ja-JP" sz="2400" dirty="0"/>
          </a:p>
          <a:p>
            <a:pPr marL="0" indent="0">
              <a:buNone/>
            </a:pPr>
            <a:endParaRPr lang="ja-JP" altLang="en-US" sz="2400" dirty="0"/>
          </a:p>
          <a:p>
            <a:pPr marL="0" indent="0">
              <a:buNone/>
            </a:pPr>
            <a:endParaRPr kumimoji="1" lang="ja-JP" altLang="en-US" dirty="0"/>
          </a:p>
        </p:txBody>
      </p:sp>
    </p:spTree>
    <p:extLst>
      <p:ext uri="{BB962C8B-B14F-4D97-AF65-F5344CB8AC3E}">
        <p14:creationId xmlns:p14="http://schemas.microsoft.com/office/powerpoint/2010/main" val="29776156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4CA18-EEB8-2AB2-67C2-372FE75830F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6039328-36CC-041F-9F8A-63412A3122E1}"/>
              </a:ext>
            </a:extLst>
          </p:cNvPr>
          <p:cNvSpPr>
            <a:spLocks noGrp="1"/>
          </p:cNvSpPr>
          <p:nvPr>
            <p:ph type="title"/>
          </p:nvPr>
        </p:nvSpPr>
        <p:spPr/>
        <p:txBody>
          <a:bodyPr>
            <a:normAutofit/>
          </a:bodyPr>
          <a:lstStyle/>
          <a:p>
            <a:r>
              <a:rPr lang="ja-JP" altLang="en-US" sz="3600" dirty="0"/>
              <a:t>成果②：口座残高</a:t>
            </a:r>
            <a:r>
              <a:rPr lang="en-US" altLang="ja-JP" sz="3600" dirty="0"/>
              <a:t>0</a:t>
            </a:r>
            <a:r>
              <a:rPr lang="ja-JP" altLang="en-US" sz="3600" dirty="0"/>
              <a:t>円のテストデータ作成方法</a:t>
            </a:r>
            <a:endParaRPr kumimoji="1" lang="ja-JP" altLang="en-US" sz="3600" dirty="0"/>
          </a:p>
        </p:txBody>
      </p:sp>
      <p:sp>
        <p:nvSpPr>
          <p:cNvPr id="3" name="コンテンツ プレースホルダー 2">
            <a:extLst>
              <a:ext uri="{FF2B5EF4-FFF2-40B4-BE49-F238E27FC236}">
                <a16:creationId xmlns:a16="http://schemas.microsoft.com/office/drawing/2014/main" id="{A2F78A7B-CDE6-0C97-2050-212F66993670}"/>
              </a:ext>
            </a:extLst>
          </p:cNvPr>
          <p:cNvSpPr>
            <a:spLocks noGrp="1"/>
          </p:cNvSpPr>
          <p:nvPr>
            <p:ph idx="1"/>
          </p:nvPr>
        </p:nvSpPr>
        <p:spPr/>
        <p:txBody>
          <a:bodyPr>
            <a:noAutofit/>
          </a:bodyPr>
          <a:lstStyle/>
          <a:p>
            <a:pPr marL="0" indent="0">
              <a:buNone/>
            </a:pPr>
            <a:r>
              <a:rPr lang="ja-JP" altLang="en-US" sz="2400" dirty="0"/>
              <a:t>結果：画面ピクチャは</a:t>
            </a:r>
            <a:r>
              <a:rPr lang="en-US" altLang="ja-JP" sz="2400" dirty="0"/>
              <a:t>PDF</a:t>
            </a:r>
            <a:r>
              <a:rPr lang="ja-JP" altLang="en-US" sz="2400" dirty="0"/>
              <a:t>参照</a:t>
            </a:r>
            <a:endParaRPr lang="en-US" altLang="ja-JP" sz="2400" dirty="0"/>
          </a:p>
          <a:p>
            <a:pPr marL="457200" lvl="1" indent="0">
              <a:buNone/>
            </a:pPr>
            <a:r>
              <a:rPr lang="en-US" altLang="ja-JP" dirty="0"/>
              <a:t>&lt;</a:t>
            </a:r>
            <a:r>
              <a:rPr lang="ja-JP" altLang="en-US" dirty="0"/>
              <a:t>できたこと</a:t>
            </a:r>
            <a:r>
              <a:rPr lang="en-US" altLang="ja-JP" dirty="0"/>
              <a:t>&gt;</a:t>
            </a:r>
          </a:p>
          <a:p>
            <a:pPr lvl="1"/>
            <a:r>
              <a:rPr lang="ja-JP" altLang="en-US" dirty="0"/>
              <a:t>「担当者による入力→別担当者による確認→管理者による最終承認」という、アプリ独自の仕様に基づいてた回答を得ることができた。</a:t>
            </a:r>
            <a:endParaRPr lang="en-US" altLang="ja-JP" dirty="0"/>
          </a:p>
          <a:p>
            <a:pPr lvl="1"/>
            <a:r>
              <a:rPr lang="en-US" altLang="ja-JP" dirty="0"/>
              <a:t>Mermaid</a:t>
            </a:r>
            <a:r>
              <a:rPr lang="ja-JP" altLang="en-US" dirty="0"/>
              <a:t>記法で図示した回答を得ることができた。</a:t>
            </a:r>
            <a:endParaRPr lang="en-US" altLang="ja-JP" dirty="0"/>
          </a:p>
          <a:p>
            <a:pPr lvl="1"/>
            <a:r>
              <a:rPr lang="ja-JP" altLang="en-US" dirty="0"/>
              <a:t>ファイル内の行単位で、根拠を示してくれた。</a:t>
            </a:r>
            <a:endParaRPr lang="en-US" altLang="ja-JP" dirty="0"/>
          </a:p>
          <a:p>
            <a:pPr lvl="1"/>
            <a:endParaRPr lang="en-US" altLang="ja-JP" dirty="0"/>
          </a:p>
          <a:p>
            <a:pPr marL="457200" lvl="1" indent="0">
              <a:buNone/>
            </a:pPr>
            <a:r>
              <a:rPr lang="en-US" altLang="ja-JP" dirty="0"/>
              <a:t>&lt;</a:t>
            </a:r>
            <a:r>
              <a:rPr lang="ja-JP" altLang="en-US" dirty="0"/>
              <a:t>できなかったこと</a:t>
            </a:r>
            <a:r>
              <a:rPr lang="en-US" altLang="ja-JP" dirty="0"/>
              <a:t>&gt;</a:t>
            </a:r>
          </a:p>
          <a:p>
            <a:pPr lvl="1"/>
            <a:r>
              <a:rPr lang="ja-JP" altLang="en-US" dirty="0"/>
              <a:t>アプリ内の表示文言ではなく、コード内の変数名で答えられることがあった。</a:t>
            </a:r>
            <a:endParaRPr lang="en-US" altLang="ja-JP" dirty="0"/>
          </a:p>
          <a:p>
            <a:pPr marL="457200" lvl="1" indent="0">
              <a:buNone/>
            </a:pPr>
            <a:br>
              <a:rPr lang="ja-JP" altLang="en-US" dirty="0"/>
            </a:br>
            <a:endParaRPr kumimoji="1" lang="en-US" altLang="ja-JP" dirty="0"/>
          </a:p>
          <a:p>
            <a:pPr marL="0" indent="0">
              <a:buNone/>
            </a:pPr>
            <a:endParaRPr kumimoji="1" lang="en-US" altLang="ja-JP" sz="2400" dirty="0"/>
          </a:p>
          <a:p>
            <a:pPr marL="0" indent="0">
              <a:buNone/>
            </a:pPr>
            <a:endParaRPr kumimoji="1" lang="ja-JP" altLang="en-US" sz="2400" dirty="0"/>
          </a:p>
        </p:txBody>
      </p:sp>
    </p:spTree>
    <p:extLst>
      <p:ext uri="{BB962C8B-B14F-4D97-AF65-F5344CB8AC3E}">
        <p14:creationId xmlns:p14="http://schemas.microsoft.com/office/powerpoint/2010/main" val="31508464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F787A6A-05EB-F449-FACF-5475848C7930}"/>
              </a:ext>
            </a:extLst>
          </p:cNvPr>
          <p:cNvSpPr>
            <a:spLocks noGrp="1"/>
          </p:cNvSpPr>
          <p:nvPr>
            <p:ph type="title"/>
          </p:nvPr>
        </p:nvSpPr>
        <p:spPr/>
        <p:txBody>
          <a:bodyPr>
            <a:normAutofit/>
          </a:bodyPr>
          <a:lstStyle/>
          <a:p>
            <a:r>
              <a:rPr lang="en-US" altLang="ja-JP" sz="3600" dirty="0"/>
              <a:t>Copilot</a:t>
            </a:r>
            <a:r>
              <a:rPr lang="ja-JP" altLang="en-US" sz="3600" dirty="0"/>
              <a:t>エージェント作成時のプロンプト</a:t>
            </a:r>
            <a:r>
              <a:rPr lang="en-US" altLang="ja-JP" sz="3600" dirty="0"/>
              <a:t>/</a:t>
            </a:r>
            <a:r>
              <a:rPr lang="ja-JP" altLang="en-US" sz="3600" dirty="0"/>
              <a:t>工夫した点</a:t>
            </a:r>
            <a:endParaRPr kumimoji="1" lang="ja-JP" altLang="en-US" sz="3600" dirty="0"/>
          </a:p>
        </p:txBody>
      </p:sp>
      <p:sp>
        <p:nvSpPr>
          <p:cNvPr id="3" name="コンテンツ プレースホルダー 2">
            <a:extLst>
              <a:ext uri="{FF2B5EF4-FFF2-40B4-BE49-F238E27FC236}">
                <a16:creationId xmlns:a16="http://schemas.microsoft.com/office/drawing/2014/main" id="{61F5BEB3-7AE9-47F6-80AA-9E37E628048C}"/>
              </a:ext>
            </a:extLst>
          </p:cNvPr>
          <p:cNvSpPr>
            <a:spLocks noGrp="1"/>
          </p:cNvSpPr>
          <p:nvPr>
            <p:ph idx="1"/>
          </p:nvPr>
        </p:nvSpPr>
        <p:spPr/>
        <p:txBody>
          <a:bodyPr numCol="2">
            <a:normAutofit fontScale="25000" lnSpcReduction="20000"/>
          </a:bodyPr>
          <a:lstStyle/>
          <a:p>
            <a:pPr marL="0" indent="0">
              <a:lnSpc>
                <a:spcPct val="120000"/>
              </a:lnSpc>
              <a:buNone/>
            </a:pPr>
            <a:r>
              <a:rPr kumimoji="1" lang="ja-JP" altLang="en-US" dirty="0"/>
              <a:t>プロンプト</a:t>
            </a:r>
            <a:endParaRPr lang="ja-JP" altLang="en-US" dirty="0"/>
          </a:p>
          <a:p>
            <a:pPr marL="457200" lvl="1" indent="0">
              <a:lnSpc>
                <a:spcPct val="120000"/>
              </a:lnSpc>
              <a:buNone/>
            </a:pPr>
            <a:r>
              <a:rPr lang="en-US" altLang="ja-JP" dirty="0"/>
              <a:t>## </a:t>
            </a:r>
            <a:r>
              <a:rPr lang="ja-JP" altLang="en-US" dirty="0"/>
              <a:t>役割</a:t>
            </a:r>
          </a:p>
          <a:p>
            <a:pPr marL="457200" lvl="1" indent="0">
              <a:lnSpc>
                <a:spcPct val="120000"/>
              </a:lnSpc>
              <a:buNone/>
            </a:pPr>
            <a:r>
              <a:rPr lang="ja-JP" altLang="en-US" dirty="0"/>
              <a:t>あなたは「ゴブコパ」システムの第一人者であり、仕様書に基づいて正確な回答を行う専門エージェントです。</a:t>
            </a:r>
          </a:p>
          <a:p>
            <a:pPr marL="457200" lvl="1" indent="0">
              <a:lnSpc>
                <a:spcPct val="120000"/>
              </a:lnSpc>
              <a:buNone/>
            </a:pPr>
            <a:endParaRPr lang="ja-JP" altLang="en-US" dirty="0"/>
          </a:p>
          <a:p>
            <a:pPr marL="457200" lvl="1" indent="0">
              <a:lnSpc>
                <a:spcPct val="120000"/>
              </a:lnSpc>
              <a:buNone/>
            </a:pPr>
            <a:r>
              <a:rPr lang="en-US" altLang="ja-JP" dirty="0"/>
              <a:t>## </a:t>
            </a:r>
            <a:r>
              <a:rPr lang="ja-JP" altLang="en-US" dirty="0"/>
              <a:t>指示</a:t>
            </a:r>
          </a:p>
          <a:p>
            <a:pPr marL="457200" lvl="1" indent="0">
              <a:lnSpc>
                <a:spcPct val="120000"/>
              </a:lnSpc>
              <a:buNone/>
            </a:pPr>
            <a:r>
              <a:rPr lang="ja-JP" altLang="en-US" dirty="0"/>
              <a:t>ユーザーから「ゴブコパ」の仕様に関する質問が来ます。  </a:t>
            </a:r>
          </a:p>
          <a:p>
            <a:pPr marL="457200" lvl="1" indent="0">
              <a:lnSpc>
                <a:spcPct val="120000"/>
              </a:lnSpc>
              <a:buNone/>
            </a:pPr>
            <a:r>
              <a:rPr lang="ja-JP" altLang="en-US" dirty="0"/>
              <a:t>テストデータの作成方法、データの参照先、打鍵手順などについて、  </a:t>
            </a:r>
          </a:p>
          <a:p>
            <a:pPr marL="457200" lvl="1" indent="0">
              <a:lnSpc>
                <a:spcPct val="120000"/>
              </a:lnSpc>
              <a:buNone/>
            </a:pPr>
            <a:r>
              <a:rPr lang="ja-JP" altLang="en-US" dirty="0"/>
              <a:t>**必ず</a:t>
            </a:r>
            <a:r>
              <a:rPr lang="en-US" altLang="ja-JP" dirty="0"/>
              <a:t>SharePoint</a:t>
            </a:r>
            <a:r>
              <a:rPr lang="ja-JP" altLang="en-US" dirty="0"/>
              <a:t>上の要件定義書・画面仕様書・画面遷移図・</a:t>
            </a:r>
            <a:r>
              <a:rPr lang="en-US" altLang="ja-JP" dirty="0"/>
              <a:t>ER</a:t>
            </a:r>
            <a:r>
              <a:rPr lang="ja-JP" altLang="en-US" dirty="0"/>
              <a:t>図などのシステム文書を検索し、根拠を取得したうえで回答してください。**  </a:t>
            </a:r>
          </a:p>
          <a:p>
            <a:pPr marL="457200" lvl="1" indent="0">
              <a:lnSpc>
                <a:spcPct val="120000"/>
              </a:lnSpc>
              <a:buNone/>
            </a:pPr>
            <a:r>
              <a:rPr lang="ja-JP" altLang="en-US" dirty="0"/>
              <a:t>検索結果がない場合は「仕様書に記載がないため不明」と明示してください。</a:t>
            </a:r>
          </a:p>
          <a:p>
            <a:pPr marL="457200" lvl="1" indent="0">
              <a:lnSpc>
                <a:spcPct val="120000"/>
              </a:lnSpc>
              <a:buNone/>
            </a:pPr>
            <a:endParaRPr lang="ja-JP" altLang="en-US" dirty="0"/>
          </a:p>
          <a:p>
            <a:pPr marL="457200" lvl="1" indent="0">
              <a:lnSpc>
                <a:spcPct val="120000"/>
              </a:lnSpc>
              <a:buNone/>
            </a:pPr>
            <a:r>
              <a:rPr lang="en-US" altLang="ja-JP" dirty="0"/>
              <a:t>## </a:t>
            </a:r>
            <a:r>
              <a:rPr lang="ja-JP" altLang="en-US" dirty="0"/>
              <a:t>回答フォーマット（必須）</a:t>
            </a:r>
          </a:p>
          <a:p>
            <a:pPr marL="457200" lvl="1" indent="0">
              <a:lnSpc>
                <a:spcPct val="120000"/>
              </a:lnSpc>
              <a:buNone/>
            </a:pPr>
            <a:r>
              <a:rPr lang="en-US" altLang="ja-JP" dirty="0"/>
              <a:t>1. **</a:t>
            </a:r>
            <a:r>
              <a:rPr lang="ja-JP" altLang="en-US" dirty="0"/>
              <a:t>最終状態の整理**  </a:t>
            </a:r>
          </a:p>
          <a:p>
            <a:pPr marL="457200" lvl="1" indent="0">
              <a:lnSpc>
                <a:spcPct val="120000"/>
              </a:lnSpc>
              <a:buNone/>
            </a:pPr>
            <a:r>
              <a:rPr lang="ja-JP" altLang="en-US" dirty="0"/>
              <a:t>   ユーザーが達成したい状態を簡潔に記載。</a:t>
            </a:r>
          </a:p>
          <a:p>
            <a:pPr marL="457200" lvl="1" indent="0">
              <a:lnSpc>
                <a:spcPct val="120000"/>
              </a:lnSpc>
              <a:buNone/>
            </a:pPr>
            <a:r>
              <a:rPr lang="en-US" altLang="ja-JP" dirty="0"/>
              <a:t>2. **</a:t>
            </a:r>
            <a:r>
              <a:rPr lang="ja-JP" altLang="en-US" dirty="0"/>
              <a:t>打鍵シナリオ**  </a:t>
            </a:r>
          </a:p>
          <a:p>
            <a:pPr marL="457200" lvl="1" indent="0">
              <a:lnSpc>
                <a:spcPct val="120000"/>
              </a:lnSpc>
              <a:buNone/>
            </a:pPr>
            <a:r>
              <a:rPr lang="ja-JP" altLang="en-US" dirty="0"/>
              <a:t>   </a:t>
            </a:r>
            <a:r>
              <a:rPr lang="en-US" altLang="ja-JP" dirty="0"/>
              <a:t>- </a:t>
            </a:r>
            <a:r>
              <a:rPr lang="ja-JP" altLang="en-US" dirty="0"/>
              <a:t>業務ルールに従った操作手順を提示。</a:t>
            </a:r>
          </a:p>
          <a:p>
            <a:pPr marL="457200" lvl="1" indent="0">
              <a:lnSpc>
                <a:spcPct val="120000"/>
              </a:lnSpc>
              <a:buNone/>
            </a:pPr>
            <a:r>
              <a:rPr lang="ja-JP" altLang="en-US" dirty="0"/>
              <a:t>   </a:t>
            </a:r>
            <a:r>
              <a:rPr lang="en-US" altLang="ja-JP" dirty="0"/>
              <a:t>- </a:t>
            </a:r>
            <a:r>
              <a:rPr lang="ja-JP" altLang="en-US" dirty="0"/>
              <a:t>複数画面にまたがる場合は</a:t>
            </a:r>
            <a:r>
              <a:rPr lang="en-US" altLang="ja-JP" dirty="0"/>
              <a:t>Mermaid</a:t>
            </a:r>
            <a:r>
              <a:rPr lang="ja-JP" altLang="en-US" dirty="0"/>
              <a:t>記法で画面遷移フローを示す。</a:t>
            </a:r>
          </a:p>
          <a:p>
            <a:pPr marL="457200" lvl="1" indent="0">
              <a:lnSpc>
                <a:spcPct val="120000"/>
              </a:lnSpc>
              <a:buNone/>
            </a:pPr>
            <a:r>
              <a:rPr lang="ja-JP" altLang="en-US" dirty="0"/>
              <a:t>   </a:t>
            </a:r>
            <a:r>
              <a:rPr lang="en-US" altLang="ja-JP" dirty="0"/>
              <a:t>- **</a:t>
            </a:r>
            <a:r>
              <a:rPr lang="ja-JP" altLang="en-US" dirty="0"/>
              <a:t>権限や承認が必要な場合は、どの権限で操作するか、どのタイミングでユーザ切り替えが必要かを明記。**</a:t>
            </a:r>
          </a:p>
          <a:p>
            <a:pPr marL="457200" lvl="1" indent="0">
              <a:lnSpc>
                <a:spcPct val="120000"/>
              </a:lnSpc>
              <a:buNone/>
            </a:pPr>
            <a:r>
              <a:rPr lang="ja-JP" altLang="en-US" dirty="0"/>
              <a:t>   </a:t>
            </a:r>
            <a:r>
              <a:rPr lang="en-US" altLang="ja-JP" dirty="0"/>
              <a:t>- **</a:t>
            </a:r>
            <a:r>
              <a:rPr lang="ja-JP" altLang="en-US" dirty="0"/>
              <a:t>承認が必要な場合は、承認者の役割と操作手順を明記。**</a:t>
            </a:r>
          </a:p>
          <a:p>
            <a:pPr marL="457200" lvl="1" indent="0">
              <a:lnSpc>
                <a:spcPct val="120000"/>
              </a:lnSpc>
              <a:buNone/>
            </a:pPr>
            <a:r>
              <a:rPr lang="en-US" altLang="ja-JP" dirty="0"/>
              <a:t>3. **</a:t>
            </a:r>
            <a:r>
              <a:rPr lang="ja-JP" altLang="en-US" dirty="0"/>
              <a:t>不明点**  </a:t>
            </a:r>
          </a:p>
          <a:p>
            <a:pPr marL="457200" lvl="1" indent="0">
              <a:lnSpc>
                <a:spcPct val="120000"/>
              </a:lnSpc>
              <a:buNone/>
            </a:pPr>
            <a:r>
              <a:rPr lang="ja-JP" altLang="en-US" dirty="0"/>
              <a:t>   仕様書に記載がない場合は「仕様書に記載がないため不明」と明示。</a:t>
            </a:r>
          </a:p>
          <a:p>
            <a:pPr marL="457200" lvl="1" indent="0">
              <a:lnSpc>
                <a:spcPct val="120000"/>
              </a:lnSpc>
              <a:buNone/>
            </a:pPr>
            <a:r>
              <a:rPr lang="en-US" altLang="ja-JP" dirty="0"/>
              <a:t>4. **</a:t>
            </a:r>
            <a:r>
              <a:rPr lang="ja-JP" altLang="en-US" dirty="0"/>
              <a:t>根拠一覧（必ず最後に記載）**  </a:t>
            </a:r>
          </a:p>
          <a:p>
            <a:pPr marL="457200" lvl="1" indent="0">
              <a:lnSpc>
                <a:spcPct val="120000"/>
              </a:lnSpc>
              <a:buNone/>
            </a:pPr>
            <a:r>
              <a:rPr lang="ja-JP" altLang="en-US" dirty="0"/>
              <a:t>   </a:t>
            </a:r>
            <a:r>
              <a:rPr lang="en-US" altLang="ja-JP" dirty="0"/>
              <a:t>- </a:t>
            </a:r>
            <a:r>
              <a:rPr lang="ja-JP" altLang="en-US" dirty="0"/>
              <a:t>回答に使用したすべての根拠を「ファイル名＋行番号」で列挙。</a:t>
            </a:r>
          </a:p>
          <a:p>
            <a:pPr marL="457200" lvl="1" indent="0">
              <a:lnSpc>
                <a:spcPct val="120000"/>
              </a:lnSpc>
              <a:buNone/>
            </a:pPr>
            <a:endParaRPr lang="ja-JP" altLang="en-US" dirty="0"/>
          </a:p>
          <a:p>
            <a:pPr marL="457200" lvl="1" indent="0">
              <a:lnSpc>
                <a:spcPct val="120000"/>
              </a:lnSpc>
              <a:buNone/>
            </a:pPr>
            <a:r>
              <a:rPr lang="en-US" altLang="ja-JP" dirty="0"/>
              <a:t>## </a:t>
            </a:r>
            <a:r>
              <a:rPr lang="ja-JP" altLang="en-US" dirty="0"/>
              <a:t>制約事項（</a:t>
            </a:r>
            <a:r>
              <a:rPr lang="en-US" altLang="ja-JP" dirty="0"/>
              <a:t>Guardrails</a:t>
            </a:r>
            <a:r>
              <a:rPr lang="ja-JP" altLang="en-US" dirty="0"/>
              <a:t>）</a:t>
            </a:r>
          </a:p>
          <a:p>
            <a:pPr marL="457200" lvl="1" indent="0">
              <a:lnSpc>
                <a:spcPct val="120000"/>
              </a:lnSpc>
              <a:buNone/>
            </a:pPr>
            <a:r>
              <a:rPr lang="en-US" altLang="ja-JP" dirty="0"/>
              <a:t>- **</a:t>
            </a:r>
            <a:r>
              <a:rPr lang="ja-JP" altLang="en-US" dirty="0"/>
              <a:t>回答前に必ず</a:t>
            </a:r>
            <a:r>
              <a:rPr lang="en-US" altLang="ja-JP" dirty="0"/>
              <a:t>SharePoint</a:t>
            </a:r>
            <a:r>
              <a:rPr lang="ja-JP" altLang="en-US" dirty="0"/>
              <a:t>検索を実行し、仕様書の該当箇所を確認すること。**</a:t>
            </a:r>
          </a:p>
          <a:p>
            <a:pPr marL="457200" lvl="1" indent="0">
              <a:lnSpc>
                <a:spcPct val="120000"/>
              </a:lnSpc>
              <a:buNone/>
            </a:pPr>
            <a:r>
              <a:rPr lang="en-US" altLang="ja-JP" dirty="0"/>
              <a:t>- </a:t>
            </a:r>
            <a:r>
              <a:rPr lang="ja-JP" altLang="en-US" dirty="0"/>
              <a:t>検索結果がない場合は推測で答えず「情報が不足しています」と回答する。</a:t>
            </a:r>
          </a:p>
          <a:p>
            <a:pPr marL="457200" lvl="1" indent="0">
              <a:lnSpc>
                <a:spcPct val="120000"/>
              </a:lnSpc>
              <a:buNone/>
            </a:pPr>
            <a:r>
              <a:rPr lang="en-US" altLang="ja-JP" dirty="0"/>
              <a:t>- </a:t>
            </a:r>
            <a:r>
              <a:rPr lang="ja-JP" altLang="en-US" dirty="0"/>
              <a:t>仕様書に記載がない情報は絶対に推測しない。</a:t>
            </a:r>
          </a:p>
          <a:p>
            <a:pPr marL="457200" lvl="1" indent="0">
              <a:lnSpc>
                <a:spcPct val="120000"/>
              </a:lnSpc>
              <a:buNone/>
            </a:pPr>
            <a:r>
              <a:rPr lang="en-US" altLang="ja-JP" dirty="0"/>
              <a:t>- </a:t>
            </a:r>
            <a:r>
              <a:rPr lang="ja-JP" altLang="en-US" dirty="0"/>
              <a:t>「一般的には」「通常は」などの表現は禁止。</a:t>
            </a:r>
          </a:p>
          <a:p>
            <a:pPr marL="457200" lvl="1" indent="0">
              <a:lnSpc>
                <a:spcPct val="120000"/>
              </a:lnSpc>
              <a:buNone/>
            </a:pPr>
            <a:r>
              <a:rPr lang="en-US" altLang="ja-JP" dirty="0"/>
              <a:t>- </a:t>
            </a:r>
            <a:r>
              <a:rPr lang="ja-JP" altLang="en-US" dirty="0"/>
              <a:t>根拠が提示できない場合は、その情報を事実として断定してはならない。</a:t>
            </a:r>
          </a:p>
          <a:p>
            <a:pPr marL="457200" lvl="1" indent="0">
              <a:lnSpc>
                <a:spcPct val="120000"/>
              </a:lnSpc>
              <a:buNone/>
            </a:pPr>
            <a:r>
              <a:rPr lang="en-US" altLang="ja-JP" dirty="0"/>
              <a:t>- </a:t>
            </a:r>
            <a:r>
              <a:rPr lang="ja-JP" altLang="en-US" dirty="0"/>
              <a:t>業務ルールに反する操作は提示しない。</a:t>
            </a:r>
          </a:p>
          <a:p>
            <a:pPr marL="457200" lvl="1" indent="0">
              <a:lnSpc>
                <a:spcPct val="120000"/>
              </a:lnSpc>
              <a:buNone/>
            </a:pPr>
            <a:r>
              <a:rPr lang="en-US" altLang="ja-JP" dirty="0"/>
              <a:t>- </a:t>
            </a:r>
            <a:r>
              <a:rPr lang="ja-JP" altLang="en-US" dirty="0"/>
              <a:t>業務ルールを順守した代替手順がある場合のみ提示し、必ず根拠を伴うこと。</a:t>
            </a:r>
          </a:p>
          <a:p>
            <a:pPr marL="457200" lvl="1" indent="0">
              <a:lnSpc>
                <a:spcPct val="120000"/>
              </a:lnSpc>
              <a:buNone/>
            </a:pPr>
            <a:r>
              <a:rPr lang="en-US" altLang="ja-JP" dirty="0"/>
              <a:t>- </a:t>
            </a:r>
            <a:r>
              <a:rPr lang="ja-JP" altLang="en-US" dirty="0"/>
              <a:t>「その状態は作れない」と結論づける場合も、必ず根拠行を提示する。</a:t>
            </a:r>
          </a:p>
          <a:p>
            <a:pPr marL="457200" lvl="1" indent="0">
              <a:lnSpc>
                <a:spcPct val="120000"/>
              </a:lnSpc>
              <a:buNone/>
            </a:pPr>
            <a:r>
              <a:rPr lang="en-US" altLang="ja-JP" dirty="0"/>
              <a:t>- </a:t>
            </a:r>
            <a:r>
              <a:rPr lang="ja-JP" altLang="en-US" dirty="0"/>
              <a:t>必須プロセス（承認、権限切り替えなど）は省略不可。仕様書に記載がない場合は「不明」と明示。</a:t>
            </a:r>
          </a:p>
          <a:p>
            <a:pPr marL="457200" lvl="1" indent="0">
              <a:lnSpc>
                <a:spcPct val="120000"/>
              </a:lnSpc>
              <a:buNone/>
            </a:pPr>
            <a:r>
              <a:rPr lang="en-US" altLang="ja-JP" dirty="0"/>
              <a:t>- </a:t>
            </a:r>
            <a:r>
              <a:rPr lang="ja-JP" altLang="en-US" dirty="0"/>
              <a:t>回答には必ず根拠となるファイル名と該当行番号を明記すること。</a:t>
            </a:r>
          </a:p>
          <a:p>
            <a:pPr marL="457200" lvl="1" indent="0">
              <a:lnSpc>
                <a:spcPct val="120000"/>
              </a:lnSpc>
              <a:buNone/>
            </a:pPr>
            <a:r>
              <a:rPr lang="en-US" altLang="ja-JP" dirty="0"/>
              <a:t>- </a:t>
            </a:r>
            <a:r>
              <a:rPr lang="ja-JP" altLang="en-US" dirty="0"/>
              <a:t>事実に基づかない情報の捏造（ハルシネーション）を厳格に禁止します。</a:t>
            </a:r>
          </a:p>
          <a:p>
            <a:pPr marL="457200" lvl="1" indent="0">
              <a:lnSpc>
                <a:spcPct val="120000"/>
              </a:lnSpc>
              <a:buNone/>
            </a:pPr>
            <a:r>
              <a:rPr lang="en-US" altLang="ja-JP" dirty="0"/>
              <a:t>- </a:t>
            </a:r>
            <a:r>
              <a:rPr lang="ja-JP" altLang="en-US" dirty="0"/>
              <a:t>回答に必要な情報が不足している場合は、推測で答えず「情報が不足しています」と答えてください。</a:t>
            </a:r>
          </a:p>
          <a:p>
            <a:pPr marL="457200" lvl="1" indent="0">
              <a:lnSpc>
                <a:spcPct val="120000"/>
              </a:lnSpc>
              <a:buNone/>
            </a:pPr>
            <a:endParaRPr lang="ja-JP" altLang="en-US" dirty="0"/>
          </a:p>
          <a:p>
            <a:pPr marL="457200" lvl="1" indent="0">
              <a:lnSpc>
                <a:spcPct val="120000"/>
              </a:lnSpc>
              <a:buNone/>
            </a:pPr>
            <a:r>
              <a:rPr lang="en-US" altLang="ja-JP" dirty="0"/>
              <a:t>## </a:t>
            </a:r>
            <a:r>
              <a:rPr lang="ja-JP" altLang="en-US" dirty="0"/>
              <a:t>追加指示</a:t>
            </a:r>
          </a:p>
          <a:p>
            <a:pPr marL="457200" lvl="1" indent="0">
              <a:lnSpc>
                <a:spcPct val="120000"/>
              </a:lnSpc>
              <a:buNone/>
            </a:pPr>
            <a:r>
              <a:rPr lang="en-US" altLang="ja-JP" dirty="0"/>
              <a:t>- </a:t>
            </a:r>
            <a:r>
              <a:rPr lang="ja-JP" altLang="en-US" dirty="0"/>
              <a:t>ユーザーの質問が不完全でも、仕様書に基づき補完し、正しいシナリオを提示する。</a:t>
            </a:r>
          </a:p>
          <a:p>
            <a:pPr marL="457200" lvl="1" indent="0">
              <a:lnSpc>
                <a:spcPct val="120000"/>
              </a:lnSpc>
              <a:buNone/>
            </a:pPr>
            <a:r>
              <a:rPr lang="en-US" altLang="ja-JP" dirty="0"/>
              <a:t>- Mermaid</a:t>
            </a:r>
            <a:r>
              <a:rPr lang="ja-JP" altLang="en-US" dirty="0"/>
              <a:t>記法は以下の形式で記載：</a:t>
            </a:r>
          </a:p>
          <a:p>
            <a:pPr marL="457200" lvl="1" indent="0">
              <a:lnSpc>
                <a:spcPct val="120000"/>
              </a:lnSpc>
              <a:buNone/>
            </a:pPr>
            <a:r>
              <a:rPr lang="en-US" altLang="ja-JP" dirty="0"/>
              <a:t>```mermaid</a:t>
            </a:r>
          </a:p>
          <a:p>
            <a:pPr marL="457200" lvl="1" indent="0">
              <a:lnSpc>
                <a:spcPct val="120000"/>
              </a:lnSpc>
              <a:buNone/>
            </a:pPr>
            <a:r>
              <a:rPr lang="en-US" altLang="ja-JP" dirty="0"/>
              <a:t>graph TD</a:t>
            </a:r>
          </a:p>
          <a:p>
            <a:pPr marL="457200" lvl="1" indent="0">
              <a:lnSpc>
                <a:spcPct val="120000"/>
              </a:lnSpc>
              <a:buNone/>
            </a:pPr>
            <a:r>
              <a:rPr lang="en-US" altLang="ja-JP" dirty="0"/>
              <a:t>    A[</a:t>
            </a:r>
            <a:r>
              <a:rPr lang="ja-JP" altLang="en-US" dirty="0"/>
              <a:t>画面</a:t>
            </a:r>
            <a:r>
              <a:rPr lang="en-US" altLang="ja-JP" dirty="0"/>
              <a:t>1] --&gt; B[</a:t>
            </a:r>
            <a:r>
              <a:rPr lang="ja-JP" altLang="en-US" dirty="0"/>
              <a:t>画面</a:t>
            </a:r>
            <a:r>
              <a:rPr lang="en-US" altLang="ja-JP" dirty="0"/>
              <a:t>2]</a:t>
            </a:r>
          </a:p>
          <a:p>
            <a:pPr marL="457200" lvl="1" indent="0">
              <a:lnSpc>
                <a:spcPct val="120000"/>
              </a:lnSpc>
              <a:buNone/>
            </a:pPr>
            <a:r>
              <a:rPr lang="en-US" altLang="ja-JP" dirty="0"/>
              <a:t>    B --&gt; C[</a:t>
            </a:r>
            <a:r>
              <a:rPr lang="ja-JP" altLang="en-US" dirty="0"/>
              <a:t>画面</a:t>
            </a:r>
            <a:r>
              <a:rPr lang="en-US" altLang="ja-JP" dirty="0"/>
              <a:t>3]</a:t>
            </a:r>
          </a:p>
          <a:p>
            <a:pPr marL="457200" lvl="1" indent="0">
              <a:lnSpc>
                <a:spcPct val="120000"/>
              </a:lnSpc>
              <a:buNone/>
            </a:pPr>
            <a:r>
              <a:rPr lang="en-US" altLang="ja-JP" dirty="0"/>
              <a:t>```</a:t>
            </a:r>
          </a:p>
          <a:p>
            <a:pPr marL="457200" lvl="1" indent="0">
              <a:lnSpc>
                <a:spcPct val="120000"/>
              </a:lnSpc>
              <a:buNone/>
            </a:pPr>
            <a:endParaRPr lang="en-US" altLang="ja-JP" dirty="0"/>
          </a:p>
        </p:txBody>
      </p:sp>
    </p:spTree>
    <p:extLst>
      <p:ext uri="{BB962C8B-B14F-4D97-AF65-F5344CB8AC3E}">
        <p14:creationId xmlns:p14="http://schemas.microsoft.com/office/powerpoint/2010/main" val="19995304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CAD53B-ADF4-6264-C903-0EA269A0B706}"/>
              </a:ext>
            </a:extLst>
          </p:cNvPr>
          <p:cNvSpPr>
            <a:spLocks noGrp="1"/>
          </p:cNvSpPr>
          <p:nvPr>
            <p:ph type="title"/>
          </p:nvPr>
        </p:nvSpPr>
        <p:spPr/>
        <p:txBody>
          <a:bodyPr>
            <a:normAutofit/>
          </a:bodyPr>
          <a:lstStyle/>
          <a:p>
            <a:r>
              <a:rPr kumimoji="1" lang="ja-JP" altLang="en-US" sz="3600" dirty="0"/>
              <a:t>エージェント設計における課題</a:t>
            </a:r>
          </a:p>
        </p:txBody>
      </p:sp>
      <p:sp>
        <p:nvSpPr>
          <p:cNvPr id="3" name="コンテンツ プレースホルダー 2">
            <a:extLst>
              <a:ext uri="{FF2B5EF4-FFF2-40B4-BE49-F238E27FC236}">
                <a16:creationId xmlns:a16="http://schemas.microsoft.com/office/drawing/2014/main" id="{EE233890-5104-9DE2-499F-DAF959B4B8CE}"/>
              </a:ext>
            </a:extLst>
          </p:cNvPr>
          <p:cNvSpPr>
            <a:spLocks noGrp="1"/>
          </p:cNvSpPr>
          <p:nvPr>
            <p:ph idx="1"/>
          </p:nvPr>
        </p:nvSpPr>
        <p:spPr/>
        <p:txBody>
          <a:bodyPr/>
          <a:lstStyle/>
          <a:p>
            <a:r>
              <a:rPr lang="ja-JP" altLang="en-US" dirty="0"/>
              <a:t>業務仕様に基づく正確な回答が必要</a:t>
            </a:r>
          </a:p>
          <a:p>
            <a:r>
              <a:rPr lang="ja-JP" altLang="en-US" dirty="0"/>
              <a:t>推測・一般論・</a:t>
            </a:r>
            <a:r>
              <a:rPr lang="en-US" altLang="ja-JP" dirty="0"/>
              <a:t>SQL</a:t>
            </a:r>
            <a:r>
              <a:rPr lang="ja-JP" altLang="en-US" dirty="0"/>
              <a:t>直出しが混入</a:t>
            </a:r>
          </a:p>
          <a:p>
            <a:r>
              <a:rPr lang="ja-JP" altLang="en-US" dirty="0"/>
              <a:t>業務ルール・承認・権限を守れない</a:t>
            </a:r>
          </a:p>
          <a:p>
            <a:r>
              <a:rPr lang="ja-JP" altLang="en-US" dirty="0"/>
              <a:t>「指示しても守られない」状態</a:t>
            </a:r>
            <a:endParaRPr kumimoji="1" lang="ja-JP" altLang="en-US" dirty="0"/>
          </a:p>
        </p:txBody>
      </p:sp>
    </p:spTree>
    <p:extLst>
      <p:ext uri="{BB962C8B-B14F-4D97-AF65-F5344CB8AC3E}">
        <p14:creationId xmlns:p14="http://schemas.microsoft.com/office/powerpoint/2010/main" val="34106889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B6412-4BFA-D47D-4FAC-E2F6E6F098F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BD1829E-E2A4-4678-1943-2689601346FC}"/>
              </a:ext>
            </a:extLst>
          </p:cNvPr>
          <p:cNvSpPr>
            <a:spLocks noGrp="1"/>
          </p:cNvSpPr>
          <p:nvPr>
            <p:ph type="title"/>
          </p:nvPr>
        </p:nvSpPr>
        <p:spPr/>
        <p:txBody>
          <a:bodyPr>
            <a:normAutofit/>
          </a:bodyPr>
          <a:lstStyle/>
          <a:p>
            <a:r>
              <a:rPr kumimoji="1" lang="ja-JP" altLang="en-US" sz="3600" dirty="0"/>
              <a:t>発想の転換：エージェントを作るエージェント</a:t>
            </a:r>
          </a:p>
        </p:txBody>
      </p:sp>
      <p:sp>
        <p:nvSpPr>
          <p:cNvPr id="3" name="コンテンツ プレースホルダー 2">
            <a:extLst>
              <a:ext uri="{FF2B5EF4-FFF2-40B4-BE49-F238E27FC236}">
                <a16:creationId xmlns:a16="http://schemas.microsoft.com/office/drawing/2014/main" id="{4F160F82-06CB-DCA9-675F-F71523D1E56D}"/>
              </a:ext>
            </a:extLst>
          </p:cNvPr>
          <p:cNvSpPr>
            <a:spLocks noGrp="1"/>
          </p:cNvSpPr>
          <p:nvPr>
            <p:ph idx="1"/>
          </p:nvPr>
        </p:nvSpPr>
        <p:spPr/>
        <p:txBody>
          <a:bodyPr/>
          <a:lstStyle/>
          <a:p>
            <a:r>
              <a:rPr lang="ja-JP" altLang="en-US" dirty="0"/>
              <a:t>素人が作るプロンプトには限界があったため、エージェントを作成するエージェントを作成し、ゴブコパ用のエージェントを作成してもらった。</a:t>
            </a:r>
            <a:endParaRPr lang="en-US" altLang="ja-JP" dirty="0"/>
          </a:p>
          <a:p>
            <a:pPr marL="0" indent="0">
              <a:buNone/>
            </a:pPr>
            <a:endParaRPr kumimoji="1" lang="ja-JP" altLang="en-US" dirty="0"/>
          </a:p>
        </p:txBody>
      </p:sp>
      <p:pic>
        <p:nvPicPr>
          <p:cNvPr id="6" name="図 5" descr="グラフィカル ユーザー インターフェイス, テキスト, アプリケーション&#10;&#10;AI 生成コンテンツは誤りを含む可能性があります。">
            <a:extLst>
              <a:ext uri="{FF2B5EF4-FFF2-40B4-BE49-F238E27FC236}">
                <a16:creationId xmlns:a16="http://schemas.microsoft.com/office/drawing/2014/main" id="{CE82B578-047E-CB06-EA85-505D01EDE15B}"/>
              </a:ext>
            </a:extLst>
          </p:cNvPr>
          <p:cNvPicPr>
            <a:picLocks noChangeAspect="1"/>
          </p:cNvPicPr>
          <p:nvPr/>
        </p:nvPicPr>
        <p:blipFill>
          <a:blip r:embed="rId2"/>
          <a:stretch>
            <a:fillRect/>
          </a:stretch>
        </p:blipFill>
        <p:spPr>
          <a:xfrm>
            <a:off x="838200" y="3251926"/>
            <a:ext cx="8468907" cy="2057687"/>
          </a:xfrm>
          <a:prstGeom prst="rect">
            <a:avLst/>
          </a:prstGeom>
        </p:spPr>
      </p:pic>
    </p:spTree>
    <p:extLst>
      <p:ext uri="{BB962C8B-B14F-4D97-AF65-F5344CB8AC3E}">
        <p14:creationId xmlns:p14="http://schemas.microsoft.com/office/powerpoint/2010/main" val="2121006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34564-730C-EF5E-CDB0-232560590EE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A52981B-AB0D-3A35-1CCA-6C8D1AD709F1}"/>
              </a:ext>
            </a:extLst>
          </p:cNvPr>
          <p:cNvSpPr>
            <a:spLocks noGrp="1"/>
          </p:cNvSpPr>
          <p:nvPr>
            <p:ph type="title"/>
          </p:nvPr>
        </p:nvSpPr>
        <p:spPr/>
        <p:txBody>
          <a:bodyPr>
            <a:normAutofit/>
          </a:bodyPr>
          <a:lstStyle/>
          <a:p>
            <a:r>
              <a:rPr kumimoji="1" lang="ja-JP" altLang="en-US" sz="3600" dirty="0"/>
              <a:t>最終プロンプトで得られた改善</a:t>
            </a:r>
          </a:p>
        </p:txBody>
      </p:sp>
      <p:sp>
        <p:nvSpPr>
          <p:cNvPr id="3" name="コンテンツ プレースホルダー 2">
            <a:extLst>
              <a:ext uri="{FF2B5EF4-FFF2-40B4-BE49-F238E27FC236}">
                <a16:creationId xmlns:a16="http://schemas.microsoft.com/office/drawing/2014/main" id="{135BD2FB-C8BF-BFA1-61B9-71A267D19594}"/>
              </a:ext>
            </a:extLst>
          </p:cNvPr>
          <p:cNvSpPr>
            <a:spLocks noGrp="1"/>
          </p:cNvSpPr>
          <p:nvPr>
            <p:ph idx="1"/>
          </p:nvPr>
        </p:nvSpPr>
        <p:spPr/>
        <p:txBody>
          <a:bodyPr/>
          <a:lstStyle/>
          <a:p>
            <a:pPr marL="0" indent="0">
              <a:buNone/>
            </a:pPr>
            <a:r>
              <a:rPr lang="ja-JP" altLang="en-US" dirty="0"/>
              <a:t>✅回答前に仕様書検索を必須化</a:t>
            </a:r>
            <a:endParaRPr lang="en-US" altLang="ja-JP" dirty="0"/>
          </a:p>
          <a:p>
            <a:pPr marL="0" indent="0">
              <a:buNone/>
            </a:pPr>
            <a:r>
              <a:rPr lang="ja-JP" altLang="en-US" dirty="0"/>
              <a:t>✅ 根拠（ファイル名＋行番号）のない断定を禁止</a:t>
            </a:r>
          </a:p>
          <a:p>
            <a:pPr marL="0" indent="0">
              <a:buNone/>
            </a:pPr>
            <a:r>
              <a:rPr lang="ja-JP" altLang="en-US" dirty="0"/>
              <a:t>✅ 推測・常識補完を構造的に排除</a:t>
            </a:r>
          </a:p>
          <a:p>
            <a:pPr marL="0" indent="0">
              <a:buNone/>
            </a:pPr>
            <a:r>
              <a:rPr lang="ja-JP" altLang="en-US" dirty="0"/>
              <a:t>✅ 承認・権限を含む実運用レベルの打鍵シナリオ</a:t>
            </a:r>
            <a:endParaRPr kumimoji="1" lang="ja-JP" altLang="en-US" dirty="0"/>
          </a:p>
        </p:txBody>
      </p:sp>
    </p:spTree>
    <p:extLst>
      <p:ext uri="{BB962C8B-B14F-4D97-AF65-F5344CB8AC3E}">
        <p14:creationId xmlns:p14="http://schemas.microsoft.com/office/powerpoint/2010/main" val="28476825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E2D844-E11F-2009-BB8C-2E25E953F137}"/>
              </a:ext>
            </a:extLst>
          </p:cNvPr>
          <p:cNvSpPr>
            <a:spLocks noGrp="1"/>
          </p:cNvSpPr>
          <p:nvPr>
            <p:ph type="title"/>
          </p:nvPr>
        </p:nvSpPr>
        <p:spPr/>
        <p:txBody>
          <a:bodyPr>
            <a:normAutofit/>
          </a:bodyPr>
          <a:lstStyle/>
          <a:p>
            <a:r>
              <a:rPr lang="ja-JP" altLang="en-US" sz="3600" dirty="0"/>
              <a:t>今後の展望</a:t>
            </a:r>
            <a:endParaRPr kumimoji="1" lang="ja-JP" altLang="en-US" sz="3600" dirty="0"/>
          </a:p>
        </p:txBody>
      </p:sp>
      <p:sp>
        <p:nvSpPr>
          <p:cNvPr id="3" name="コンテンツ プレースホルダー 2">
            <a:extLst>
              <a:ext uri="{FF2B5EF4-FFF2-40B4-BE49-F238E27FC236}">
                <a16:creationId xmlns:a16="http://schemas.microsoft.com/office/drawing/2014/main" id="{4CF9608F-D44F-7B4A-2CE4-2AF0DAB4C7BB}"/>
              </a:ext>
            </a:extLst>
          </p:cNvPr>
          <p:cNvSpPr>
            <a:spLocks noGrp="1"/>
          </p:cNvSpPr>
          <p:nvPr>
            <p:ph idx="1"/>
          </p:nvPr>
        </p:nvSpPr>
        <p:spPr>
          <a:xfrm>
            <a:off x="838200" y="1825625"/>
            <a:ext cx="10515600" cy="4351338"/>
          </a:xfrm>
        </p:spPr>
        <p:txBody>
          <a:bodyPr/>
          <a:lstStyle/>
          <a:p>
            <a:r>
              <a:rPr kumimoji="1" lang="ja-JP" altLang="en-US" dirty="0"/>
              <a:t>より多くのケース、多くのシステムで検証を実施していきたい。</a:t>
            </a:r>
            <a:endParaRPr kumimoji="1" lang="en-US" altLang="ja-JP" dirty="0"/>
          </a:p>
          <a:p>
            <a:pPr lvl="1"/>
            <a:r>
              <a:rPr lang="ja-JP" altLang="en-US" dirty="0"/>
              <a:t>今回は簡易的なアプリを使用し実施したが、業務制約ごとでエージェント作成時のプロンプトが変わってくる可能性が高い。</a:t>
            </a:r>
            <a:endParaRPr lang="en-US" altLang="ja-JP" dirty="0"/>
          </a:p>
          <a:p>
            <a:r>
              <a:rPr lang="en-US" altLang="ja-JP" dirty="0"/>
              <a:t>Excel</a:t>
            </a:r>
            <a:r>
              <a:rPr lang="ja-JP" altLang="en-US" dirty="0"/>
              <a:t>と</a:t>
            </a:r>
            <a:r>
              <a:rPr lang="en-US" altLang="ja-JP" dirty="0"/>
              <a:t>Markdown</a:t>
            </a:r>
            <a:r>
              <a:rPr lang="ja-JP" altLang="en-US" dirty="0"/>
              <a:t>で比較検証をしたい。</a:t>
            </a:r>
            <a:endParaRPr lang="en-US" altLang="ja-JP" dirty="0"/>
          </a:p>
          <a:p>
            <a:pPr lvl="1"/>
            <a:r>
              <a:rPr lang="ja-JP" altLang="en-US" dirty="0"/>
              <a:t>今回は時間が足りず</a:t>
            </a:r>
            <a:r>
              <a:rPr lang="en-US" altLang="ja-JP" dirty="0"/>
              <a:t>Markdown</a:t>
            </a:r>
            <a:r>
              <a:rPr lang="ja-JP" altLang="en-US" dirty="0"/>
              <a:t>形式の設計書を使用し検証を進めたが、</a:t>
            </a:r>
            <a:r>
              <a:rPr lang="en-US" altLang="ja-JP" dirty="0"/>
              <a:t>Excel</a:t>
            </a:r>
            <a:r>
              <a:rPr lang="ja-JP" altLang="en-US" dirty="0"/>
              <a:t>方眼紙で作成された画面仕様書でも同様の精度が出るかを検証する必要がある。（現状を鑑みてより現実的な提案が可能）</a:t>
            </a:r>
            <a:endParaRPr lang="en-US" altLang="ja-JP" dirty="0"/>
          </a:p>
        </p:txBody>
      </p:sp>
    </p:spTree>
    <p:extLst>
      <p:ext uri="{BB962C8B-B14F-4D97-AF65-F5344CB8AC3E}">
        <p14:creationId xmlns:p14="http://schemas.microsoft.com/office/powerpoint/2010/main" val="11894772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C3DEDB-2D51-25E3-6377-C4911A9B9D93}"/>
              </a:ext>
            </a:extLst>
          </p:cNvPr>
          <p:cNvSpPr>
            <a:spLocks noGrp="1"/>
          </p:cNvSpPr>
          <p:nvPr>
            <p:ph type="title"/>
          </p:nvPr>
        </p:nvSpPr>
        <p:spPr/>
        <p:txBody>
          <a:bodyPr/>
          <a:lstStyle/>
          <a:p>
            <a:r>
              <a:rPr kumimoji="1" lang="ja-JP" altLang="en-US" dirty="0"/>
              <a:t>まとめ</a:t>
            </a:r>
          </a:p>
        </p:txBody>
      </p:sp>
      <p:sp>
        <p:nvSpPr>
          <p:cNvPr id="3" name="コンテンツ プレースホルダー 2">
            <a:extLst>
              <a:ext uri="{FF2B5EF4-FFF2-40B4-BE49-F238E27FC236}">
                <a16:creationId xmlns:a16="http://schemas.microsoft.com/office/drawing/2014/main" id="{A60612A1-3ECC-D5E1-50F9-D4351ED5B663}"/>
              </a:ext>
            </a:extLst>
          </p:cNvPr>
          <p:cNvSpPr>
            <a:spLocks noGrp="1"/>
          </p:cNvSpPr>
          <p:nvPr>
            <p:ph idx="1"/>
          </p:nvPr>
        </p:nvSpPr>
        <p:spPr/>
        <p:txBody>
          <a:bodyPr/>
          <a:lstStyle/>
          <a:p>
            <a:r>
              <a:rPr lang="ja-JP" altLang="en-US" dirty="0"/>
              <a:t>本研究では</a:t>
            </a:r>
            <a:r>
              <a:rPr lang="en-US" altLang="ja-JP" dirty="0"/>
              <a:t>Copilot</a:t>
            </a:r>
            <a:r>
              <a:rPr lang="ja-JP" altLang="en-US" dirty="0"/>
              <a:t>エージェントを使用し活用検討を進めていき、活用方法・実用性を示すことができた。また、エージェントをを作成するエージェントなど、研究前では想定していなかった活用方法を見つけることができた。</a:t>
            </a:r>
            <a:endParaRPr lang="en-US" altLang="ja-JP" dirty="0"/>
          </a:p>
          <a:p>
            <a:r>
              <a:rPr kumimoji="1" lang="ja-JP" altLang="en-US" dirty="0"/>
              <a:t>サブテーマとして、</a:t>
            </a:r>
            <a:r>
              <a:rPr kumimoji="1" lang="en-US" altLang="ja-JP" dirty="0"/>
              <a:t>Kiro</a:t>
            </a:r>
            <a:r>
              <a:rPr kumimoji="1" lang="ja-JP" altLang="en-US" dirty="0"/>
              <a:t>を用いた</a:t>
            </a:r>
            <a:r>
              <a:rPr kumimoji="1" lang="en-US" altLang="ja-JP" dirty="0"/>
              <a:t>spec</a:t>
            </a:r>
            <a:r>
              <a:rPr kumimoji="1" lang="ja-JP" altLang="en-US" dirty="0"/>
              <a:t>駆動開発、</a:t>
            </a:r>
            <a:r>
              <a:rPr kumimoji="1" lang="en-US" altLang="ja-JP" dirty="0"/>
              <a:t>Markdown</a:t>
            </a:r>
            <a:r>
              <a:rPr kumimoji="1" lang="ja-JP" altLang="en-US" dirty="0"/>
              <a:t>形式のシステム文書を用いてみたが、次世代の開発手法として</a:t>
            </a:r>
            <a:r>
              <a:rPr kumimoji="1" lang="en-US" altLang="ja-JP" dirty="0"/>
              <a:t>AI</a:t>
            </a:r>
            <a:r>
              <a:rPr kumimoji="1" lang="ja-JP" altLang="en-US" dirty="0"/>
              <a:t>フレンドリーな文書形式に統一することで、開発・</a:t>
            </a:r>
            <a:r>
              <a:rPr kumimoji="1" lang="en-US" altLang="ja-JP" dirty="0"/>
              <a:t>RAG</a:t>
            </a:r>
            <a:r>
              <a:rPr kumimoji="1" lang="ja-JP" altLang="en-US" dirty="0"/>
              <a:t>ともに使いやすいことも示すことができた。</a:t>
            </a:r>
          </a:p>
        </p:txBody>
      </p:sp>
    </p:spTree>
    <p:extLst>
      <p:ext uri="{BB962C8B-B14F-4D97-AF65-F5344CB8AC3E}">
        <p14:creationId xmlns:p14="http://schemas.microsoft.com/office/powerpoint/2010/main" val="23242176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82A3D-E568-10E0-0442-D4574BF12F2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06C3765-79B1-88AD-CB22-90AC9C85DB28}"/>
              </a:ext>
            </a:extLst>
          </p:cNvPr>
          <p:cNvSpPr>
            <a:spLocks noGrp="1"/>
          </p:cNvSpPr>
          <p:nvPr>
            <p:ph type="title"/>
          </p:nvPr>
        </p:nvSpPr>
        <p:spPr/>
        <p:txBody>
          <a:bodyPr/>
          <a:lstStyle/>
          <a:p>
            <a:r>
              <a:rPr lang="ja-JP" altLang="en-US" dirty="0"/>
              <a:t>所感</a:t>
            </a:r>
            <a:endParaRPr kumimoji="1" lang="ja-JP" altLang="en-US" dirty="0"/>
          </a:p>
        </p:txBody>
      </p:sp>
      <p:sp>
        <p:nvSpPr>
          <p:cNvPr id="3" name="コンテンツ プレースホルダー 2">
            <a:extLst>
              <a:ext uri="{FF2B5EF4-FFF2-40B4-BE49-F238E27FC236}">
                <a16:creationId xmlns:a16="http://schemas.microsoft.com/office/drawing/2014/main" id="{3A25B8EC-F723-EF45-AD1E-92A55C514248}"/>
              </a:ext>
            </a:extLst>
          </p:cNvPr>
          <p:cNvSpPr>
            <a:spLocks noGrp="1"/>
          </p:cNvSpPr>
          <p:nvPr>
            <p:ph idx="1"/>
          </p:nvPr>
        </p:nvSpPr>
        <p:spPr/>
        <p:txBody>
          <a:bodyPr/>
          <a:lstStyle/>
          <a:p>
            <a:endParaRPr kumimoji="1" lang="ja-JP" altLang="en-US" dirty="0"/>
          </a:p>
        </p:txBody>
      </p:sp>
    </p:spTree>
    <p:extLst>
      <p:ext uri="{BB962C8B-B14F-4D97-AF65-F5344CB8AC3E}">
        <p14:creationId xmlns:p14="http://schemas.microsoft.com/office/powerpoint/2010/main" val="929103742"/>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631B074A928B0B4BA6C00FD003A239B9" ma:contentTypeVersion="3" ma:contentTypeDescription="新しいドキュメントを作成します。" ma:contentTypeScope="" ma:versionID="a59758289625d0fa159ba1c492311640">
  <xsd:schema xmlns:xsd="http://www.w3.org/2001/XMLSchema" xmlns:xs="http://www.w3.org/2001/XMLSchema" xmlns:p="http://schemas.microsoft.com/office/2006/metadata/properties" xmlns:ns2="71120603-ac60-4fc7-8111-4de32c17a5ef" targetNamespace="http://schemas.microsoft.com/office/2006/metadata/properties" ma:root="true" ma:fieldsID="535a33b0301e1eee2fc6220671db4663" ns2:_="">
    <xsd:import namespace="71120603-ac60-4fc7-8111-4de32c17a5ef"/>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120603-ac60-4fc7-8111-4de32c17a5e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4684F76-6A36-42F0-A300-808AD4F3F1A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120603-ac60-4fc7-8111-4de32c17a5e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BA0DD15-960D-463F-97D7-38A953231CED}">
  <ds:schemaRefs>
    <ds:schemaRef ds:uri="http://schemas.microsoft.com/sharepoint/v3/contenttype/forms"/>
  </ds:schemaRefs>
</ds:datastoreItem>
</file>

<file path=customXml/itemProps3.xml><?xml version="1.0" encoding="utf-8"?>
<ds:datastoreItem xmlns:ds="http://schemas.openxmlformats.org/officeDocument/2006/customXml" ds:itemID="{5C10024C-936E-44F9-AC94-0829AE315804}">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133</TotalTime>
  <Words>2111</Words>
  <Application>Microsoft Office PowerPoint</Application>
  <PresentationFormat>ワイド画面</PresentationFormat>
  <Paragraphs>155</Paragraphs>
  <Slides>21</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21</vt:i4>
      </vt:variant>
    </vt:vector>
  </HeadingPairs>
  <TitlesOfParts>
    <vt:vector size="25" baseType="lpstr">
      <vt:lpstr>游ゴシック</vt:lpstr>
      <vt:lpstr>游ゴシック Light</vt:lpstr>
      <vt:lpstr>Arial</vt:lpstr>
      <vt:lpstr>Office テーマ</vt:lpstr>
      <vt:lpstr>開発第五部　新技術研究の成果発表 Copilot エージェントの活用検討</vt:lpstr>
      <vt:lpstr>研究の全体像</vt:lpstr>
      <vt:lpstr>背景・問題意識</vt:lpstr>
      <vt:lpstr>活動の目的（PoCの狙い）</vt:lpstr>
      <vt:lpstr>業務課題</vt:lpstr>
      <vt:lpstr>実施方法（検証プロセス）</vt:lpstr>
      <vt:lpstr>実施結果</vt:lpstr>
      <vt:lpstr>ゴブコパの説明</vt:lpstr>
      <vt:lpstr>成果①：振込完了までの打鍵手順</vt:lpstr>
      <vt:lpstr>成果①：振込完了までの打鍵手順</vt:lpstr>
      <vt:lpstr>成果①：振込完了までの打鍵手順</vt:lpstr>
      <vt:lpstr>成果②：口座残高0円のテストデータ作成方法</vt:lpstr>
      <vt:lpstr>成果②：口座残高0円のテストデータ作成方法</vt:lpstr>
      <vt:lpstr>成果②：口座残高0円のテストデータ作成方法</vt:lpstr>
      <vt:lpstr>Copilotエージェント作成時のプロンプト/工夫した点</vt:lpstr>
      <vt:lpstr>エージェント設計における課題</vt:lpstr>
      <vt:lpstr>発想の転換：エージェントを作るエージェント</vt:lpstr>
      <vt:lpstr>最終プロンプトで得られた改善</vt:lpstr>
      <vt:lpstr>今後の展望</vt:lpstr>
      <vt:lpstr>まとめ</vt:lpstr>
      <vt:lpstr>所感</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千葉 泰誠</dc:creator>
  <cp:lastModifiedBy>千葉 泰誠</cp:lastModifiedBy>
  <cp:revision>1</cp:revision>
  <dcterms:created xsi:type="dcterms:W3CDTF">2026-02-05T03:53:28Z</dcterms:created>
  <dcterms:modified xsi:type="dcterms:W3CDTF">2026-02-11T12:11:09Z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0x010100631B074A928B0B4BA6C00FD003A239B9</vt:lpwstr>
  </property>
</Properties>
</file>